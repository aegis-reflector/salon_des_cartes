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1" r:id="rId8"/>
    <p:sldId id="262" r:id="rId9"/>
    <p:sldId id="259" r:id="rId10"/>
    <p:sldId id="269" r:id="rId11"/>
    <p:sldId id="263" r:id="rId12"/>
    <p:sldId id="270" r:id="rId13"/>
    <p:sldId id="264" r:id="rId14"/>
    <p:sldId id="260" r:id="rId15"/>
    <p:sldId id="271" r:id="rId16"/>
    <p:sldId id="265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2F986-4D94-4080-B1AA-991C69EF859A}" v="727" dt="2026-05-20T23:17:40.767"/>
    <p1510:client id="{E3D86DE4-CDC3-47B4-9118-086290F80B76}" v="152" dt="2026-05-21T01:04:15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F8D0-09E3-1C30-1232-0CEDD46B2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14AFA-9D0F-38C8-B507-722F0F7EA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FD4B9-5688-80DF-19E9-6399F3E3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E9CE4-8705-D769-F95F-10552C17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41209-461A-446D-8257-36B0BF46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61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5A2A-FFAE-78A7-B290-3558468E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1D24-E0DF-4BDC-BB05-469F9250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FB065-7CAA-1E81-8E3F-C5FC9DEC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A6A36-65AA-D6B3-6674-D33B46B3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6C53A-4F84-227A-D4F1-ECC62EC7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904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811BF-B8BF-FAC8-1B70-5F4A1259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2C431-3C83-8775-29C8-3D5876662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A51A9-3390-4087-FBF2-B60B3A2D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6A82E-13A6-7A35-DE97-74130EF0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E3265-E1EA-F121-3FA7-E6AB9C94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950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936C-2533-E7C1-D842-349CC610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4D38-ADB1-EA4B-ABAF-E549C7407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08794-1DB0-733F-1336-E9F368A0F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B3961-8542-275D-C2A9-84B02663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FD96A-3DC0-F40F-9CD2-C90E9659B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F70E4-2B4E-6052-4399-FD1D1DF7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16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A9BE-4364-C17B-2DB8-50766B2E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C27B4-9352-604C-1E94-F22A65EB4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3554F-E855-9472-8AE4-282CE9930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E3B863-FDC5-3294-EBAE-F94D7F1FB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E2B47-E7C9-A98B-B77F-1FD5DCF1B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3C65D-E749-C086-AC0F-0E2F90D0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C9078-1E47-A8FD-F10E-81B2AD77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085284-AD73-C87D-3A01-8D1994F3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482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3057-AFA9-7150-6350-2150892D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5EDA0-7393-09BA-7A08-C7DB09DCD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14071-D839-69D0-D1BE-90759752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E9181-70A9-6A3A-1E83-501ECA92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06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4BBBBA-2B3F-0F4F-759B-3426561BF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F8D8D-09A3-C25F-F21B-7F805B0F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C3F3D-1A30-79CD-FF35-9E24B7D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2204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5422-EEDE-9D59-4F23-DE1A3E24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174C-1A64-129F-89C7-E6E3557A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0B8AA-9450-161F-D29D-EE40180F4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61B96-FA5E-9686-4F21-D0DBB8958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3F7C7-BD0A-3BD0-C0AA-4BBE7B227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B6EF-A181-C568-9C76-1CB4AA7A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003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5FC7-762E-EE43-19A9-8087271F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E6735-E0E6-08F3-2B9F-C26C18B86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0979B-87F2-DCEE-A9A5-B4F866D8D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6FF2B-A45B-3023-75CD-6C32C17B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4B454-3DA7-3C23-25B3-A31B1C951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2960C-ECEF-ED50-8B27-5E6083B9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228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454A-F510-19F2-F47D-3D9F7DA0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E2A2C-BCAE-52A4-BE66-B528F405D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8E51-FB20-0DE5-E8FB-BD75AE1D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CDD0E-05C4-DA37-B304-52AF4FA7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17463-1FFB-99E2-A7A0-CAD19097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958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95E70F-6F5C-6DA2-7507-5A3CE4153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8F37F-F071-9992-5328-961237632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19C81-C2A3-9460-A870-C5B587F4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3D22-7D86-C8DB-46DE-31463A82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5953C-1F7B-84FF-1403-FAA80D94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0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222938-5F76-49E3-7F1F-E1CE5BF5D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571DC-3568-2B5C-02A0-C309E7A67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7F2D-20E0-3FE5-4C6B-FD1F5C1CA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7A5B7-8526-4760-B6A7-C4E1556A7A69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5019A-5A95-A02D-E807-99108362B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7D4B5-5682-46F9-FCD9-0C1523885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956DB-A93A-46C4-9D86-26D13E56D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16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gif"/><Relationship Id="rId7" Type="http://schemas.openxmlformats.org/officeDocument/2006/relationships/image" Target="../media/image19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B10C7-67C7-73E6-022B-5D472785C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234" y="1332291"/>
            <a:ext cx="5786232" cy="225273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Salon des </a:t>
            </a:r>
            <a:r>
              <a:rPr lang="en-US" sz="5400" err="1">
                <a:solidFill>
                  <a:schemeClr val="bg1"/>
                </a:solidFill>
              </a:rPr>
              <a:t>cartes</a:t>
            </a:r>
            <a:r>
              <a:rPr lang="en-US" sz="5400">
                <a:solidFill>
                  <a:schemeClr val="bg1"/>
                </a:solidFill>
              </a:rPr>
              <a:t> </a:t>
            </a:r>
            <a:endParaRPr lang="en-CA" sz="54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5E84E-96D4-4C21-2980-C08499E6C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Par Cartifans12</a:t>
            </a:r>
            <a:r>
              <a:rPr lang="en-US" sz="2000" strike="sngStrike">
                <a:solidFill>
                  <a:schemeClr val="bg1"/>
                </a:solidFill>
              </a:rPr>
              <a:t>3</a:t>
            </a:r>
            <a:endParaRPr lang="en-CA" sz="2000" strike="sngStrike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1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93B08880-F4DE-42E0-AE26-F56F56349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F1391-B738-B57A-B197-276F23AC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79" y="839514"/>
            <a:ext cx="4394200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Notre équipe: </a:t>
            </a:r>
            <a:endParaRPr lang="en-CA" sz="4000" dirty="0">
              <a:solidFill>
                <a:schemeClr val="bg1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D53C2B-D266-5BB9-52A4-5F6B339EE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579" y="2491576"/>
            <a:ext cx="4394200" cy="24543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strike="sngStrike" dirty="0">
                <a:solidFill>
                  <a:schemeClr val="bg1">
                    <a:alpha val="80000"/>
                  </a:schemeClr>
                </a:solidFill>
              </a:rPr>
              <a:t>William</a:t>
            </a: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Emmanuel 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Jordan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AD3B3-82D1-E272-F135-D2694ED292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9" r="2091" b="2"/>
          <a:stretch>
            <a:fillRect/>
          </a:stretch>
        </p:blipFill>
        <p:spPr>
          <a:xfrm>
            <a:off x="5836446" y="1"/>
            <a:ext cx="6355554" cy="3333749"/>
          </a:xfrm>
          <a:custGeom>
            <a:avLst/>
            <a:gdLst/>
            <a:ahLst/>
            <a:cxnLst/>
            <a:rect l="l" t="t" r="r" b="b"/>
            <a:pathLst>
              <a:path w="6355554" h="3333749">
                <a:moveTo>
                  <a:pt x="3079" y="0"/>
                </a:moveTo>
                <a:lnTo>
                  <a:pt x="6355554" y="0"/>
                </a:lnTo>
                <a:lnTo>
                  <a:pt x="6355554" y="3333749"/>
                </a:lnTo>
                <a:lnTo>
                  <a:pt x="174108" y="3333749"/>
                </a:lnTo>
                <a:lnTo>
                  <a:pt x="133459" y="3178655"/>
                </a:lnTo>
                <a:cubicBezTo>
                  <a:pt x="59462" y="2881722"/>
                  <a:pt x="221" y="2577554"/>
                  <a:pt x="0" y="2257425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51228D-CA97-D220-3DEA-AAB6A512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01" r="26003" b="2"/>
          <a:stretch>
            <a:fillRect/>
          </a:stretch>
        </p:blipFill>
        <p:spPr>
          <a:xfrm>
            <a:off x="5881861" y="3524256"/>
            <a:ext cx="3166888" cy="3333744"/>
          </a:xfrm>
          <a:custGeom>
            <a:avLst/>
            <a:gdLst/>
            <a:ahLst/>
            <a:cxnLst/>
            <a:rect l="l" t="t" r="r" b="b"/>
            <a:pathLst>
              <a:path w="3166888" h="3333744">
                <a:moveTo>
                  <a:pt x="178755" y="0"/>
                </a:moveTo>
                <a:lnTo>
                  <a:pt x="3166888" y="0"/>
                </a:lnTo>
                <a:lnTo>
                  <a:pt x="3166888" y="3333744"/>
                </a:lnTo>
                <a:lnTo>
                  <a:pt x="0" y="3333744"/>
                </a:lnTo>
                <a:lnTo>
                  <a:pt x="30190" y="3223677"/>
                </a:lnTo>
                <a:cubicBezTo>
                  <a:pt x="200298" y="2589331"/>
                  <a:pt x="376593" y="1812324"/>
                  <a:pt x="376066" y="1119182"/>
                </a:cubicBezTo>
                <a:cubicBezTo>
                  <a:pt x="375841" y="822121"/>
                  <a:pt x="316596" y="532372"/>
                  <a:pt x="242598" y="241205"/>
                </a:cubicBezTo>
                <a:close/>
              </a:path>
            </a:pathLst>
          </a:custGeom>
        </p:spPr>
      </p:pic>
      <p:sp>
        <p:nvSpPr>
          <p:cNvPr id="1044" name="Freeform: Shape 1043">
            <a:extLst>
              <a:ext uri="{FF2B5EF4-FFF2-40B4-BE49-F238E27FC236}">
                <a16:creationId xmlns:a16="http://schemas.microsoft.com/office/drawing/2014/main" id="{8A2A689E-17C0-4832-920D-11B3E03EE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640985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person with a x sign&#10;&#10;AI-generated content may be incorrect.">
            <a:extLst>
              <a:ext uri="{FF2B5EF4-FFF2-40B4-BE49-F238E27FC236}">
                <a16:creationId xmlns:a16="http://schemas.microsoft.com/office/drawing/2014/main" id="{28D16EF4-94AC-3109-7BE6-378B8C820B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364" r="25351" b="2"/>
          <a:stretch>
            <a:fillRect/>
          </a:stretch>
        </p:blipFill>
        <p:spPr>
          <a:xfrm>
            <a:off x="9239250" y="3524256"/>
            <a:ext cx="2952750" cy="3333749"/>
          </a:xfrm>
          <a:custGeom>
            <a:avLst/>
            <a:gdLst/>
            <a:ahLst/>
            <a:cxnLst/>
            <a:rect l="l" t="t" r="r" b="b"/>
            <a:pathLst>
              <a:path w="2952750" h="3333749">
                <a:moveTo>
                  <a:pt x="0" y="0"/>
                </a:moveTo>
                <a:lnTo>
                  <a:pt x="2952750" y="0"/>
                </a:lnTo>
                <a:lnTo>
                  <a:pt x="2952750" y="3333749"/>
                </a:lnTo>
                <a:lnTo>
                  <a:pt x="0" y="3333749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4B3736-888E-0708-94FD-54FF84BB6A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10" y="4472261"/>
            <a:ext cx="4004138" cy="225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6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2583B-E119-B3B7-DACF-6DCE56203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Thême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notre</a:t>
            </a:r>
            <a:r>
              <a:rPr lang="en-US" dirty="0">
                <a:solidFill>
                  <a:schemeClr val="bg1"/>
                </a:solidFill>
              </a:rPr>
              <a:t> site </a:t>
            </a: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2050" name="Picture 2" descr="Don'T Even Joke Lad Browt Meme - Don't ...">
            <a:extLst>
              <a:ext uri="{FF2B5EF4-FFF2-40B4-BE49-F238E27FC236}">
                <a16:creationId xmlns:a16="http://schemas.microsoft.com/office/drawing/2014/main" id="{7B2BDEF8-47CF-5107-771D-08B2781A6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5" r="7538" b="-1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2063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3B6E598F-8C37-06C2-4DAB-980A2B3CC0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9638" y="1801621"/>
            <a:ext cx="6472362" cy="3342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Salon des cartes</a:t>
            </a:r>
            <a:r>
              <a:rPr lang="fr-FR" sz="2400" dirty="0">
                <a:solidFill>
                  <a:schemeClr val="bg1"/>
                </a:solidFill>
              </a:rPr>
              <a:t> est un site web de vente de cartes Pokémon destiné aux joueurs et aux collectionneurs.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Le site permet aux utilisateurs de consulter un catalogue de cartes Pokémon, de rechercher des produits, d’afficher les détails d’une carte, d’ajouter des articles à leur panier et d’effectuer une commande.</a:t>
            </a:r>
          </a:p>
        </p:txBody>
      </p:sp>
    </p:spTree>
    <p:extLst>
      <p:ext uri="{BB962C8B-B14F-4D97-AF65-F5344CB8AC3E}">
        <p14:creationId xmlns:p14="http://schemas.microsoft.com/office/powerpoint/2010/main" val="143528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757AC-6690-9ADA-A88B-F17D6BB9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Technologies utilisées et packages</a:t>
            </a:r>
            <a:endParaRPr lang="en-CA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C1D5B-30BF-BEBF-F88A-A171DB306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415" y="575361"/>
            <a:ext cx="5714730" cy="67421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>
                <a:solidFill>
                  <a:schemeClr val="bg1"/>
                </a:solidFill>
              </a:rPr>
              <a:t>React</a:t>
            </a:r>
          </a:p>
          <a:p>
            <a:r>
              <a:rPr lang="en-CA">
                <a:solidFill>
                  <a:schemeClr val="bg1"/>
                </a:solidFill>
              </a:rPr>
              <a:t>TypeScript</a:t>
            </a:r>
          </a:p>
          <a:p>
            <a:r>
              <a:rPr lang="en-CA">
                <a:solidFill>
                  <a:schemeClr val="bg1"/>
                </a:solidFill>
              </a:rPr>
              <a:t>Vite</a:t>
            </a:r>
          </a:p>
          <a:p>
            <a:r>
              <a:rPr lang="en-CA">
                <a:solidFill>
                  <a:schemeClr val="bg1"/>
                </a:solidFill>
              </a:rPr>
              <a:t>React Router/React Bootstrap</a:t>
            </a:r>
          </a:p>
          <a:p>
            <a:r>
              <a:rPr lang="en-CA">
                <a:solidFill>
                  <a:schemeClr val="bg1"/>
                </a:solidFill>
              </a:rPr>
              <a:t>Bootstrap/Bootstrap Icons</a:t>
            </a:r>
          </a:p>
          <a:p>
            <a:r>
              <a:rPr lang="en-CA" err="1">
                <a:solidFill>
                  <a:schemeClr val="bg1"/>
                </a:solidFill>
              </a:rPr>
              <a:t>TCGdex</a:t>
            </a:r>
            <a:r>
              <a:rPr lang="en-CA">
                <a:solidFill>
                  <a:schemeClr val="bg1"/>
                </a:solidFill>
              </a:rPr>
              <a:t> SDK</a:t>
            </a:r>
          </a:p>
          <a:p>
            <a:r>
              <a:rPr lang="en-CA">
                <a:solidFill>
                  <a:schemeClr val="bg1"/>
                </a:solidFill>
              </a:rPr>
              <a:t>Node.js</a:t>
            </a:r>
          </a:p>
          <a:p>
            <a:r>
              <a:rPr lang="en-CA">
                <a:solidFill>
                  <a:schemeClr val="bg1"/>
                </a:solidFill>
              </a:rPr>
              <a:t>Express</a:t>
            </a:r>
          </a:p>
          <a:p>
            <a:r>
              <a:rPr lang="en-CA">
                <a:solidFill>
                  <a:schemeClr val="bg1"/>
                </a:solidFill>
              </a:rPr>
              <a:t>MongoDB</a:t>
            </a:r>
          </a:p>
          <a:p>
            <a:r>
              <a:rPr lang="en-CA">
                <a:solidFill>
                  <a:schemeClr val="bg1"/>
                </a:solidFill>
              </a:rPr>
              <a:t>Docker</a:t>
            </a:r>
          </a:p>
          <a:p>
            <a:r>
              <a:rPr lang="en-CA">
                <a:solidFill>
                  <a:schemeClr val="bg1"/>
                </a:solidFill>
              </a:rPr>
              <a:t>JSON Web Token /cookie-parser</a:t>
            </a:r>
            <a:endParaRPr lang="en-CA" b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CEF0A-2E96-2526-692A-810C25C64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438" y="4594456"/>
            <a:ext cx="1520828" cy="152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33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6C3D83-8AE6-24BB-B9CE-C9262A28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en-US" sz="4000"/>
              <a:t>Grandes lignes </a:t>
            </a:r>
            <a:endParaRPr lang="en-CA" sz="40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DA30D2-5803-B869-60D0-D34A06027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759" y="1922679"/>
            <a:ext cx="3048000" cy="381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357782-5F02-5C15-A7D6-D68C8429F5CD}"/>
              </a:ext>
            </a:extLst>
          </p:cNvPr>
          <p:cNvSpPr txBox="1"/>
          <p:nvPr/>
        </p:nvSpPr>
        <p:spPr>
          <a:xfrm>
            <a:off x="5230429" y="940217"/>
            <a:ext cx="67896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Le but du site c’est de vendre les cartes</a:t>
            </a:r>
            <a:r>
              <a:rPr lang="fr-FR" sz="2800"/>
              <a:t> </a:t>
            </a:r>
            <a:r>
              <a:rPr lang="fr-FR" sz="2800" err="1"/>
              <a:t>pokemons</a:t>
            </a:r>
            <a:r>
              <a:rPr lang="fr-FR" sz="2800"/>
              <a:t> en ligne</a:t>
            </a:r>
            <a:r>
              <a:rPr lang="fr-FR" sz="2800" dirty="0"/>
              <a:t>. </a:t>
            </a:r>
          </a:p>
          <a:p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Les personnes ciblées sont des collectionneurs, des joueurs de Pokémon , et fan de la franchise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 Le site permet la création de compte , recherche de cartes , filtrer par rareté et séries . Interface</a:t>
            </a: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831685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C7C50-447D-C58C-A1DB-32D85648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74819"/>
            <a:ext cx="4826795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Composition de notre site 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523617D-D84A-4054-95AA-9F89131D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B43C5D0-A5EA-4427-B537-1D236BB7AF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0FA4045-2CBD-47E7-B0D7-2F5619C9A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1DFCB8A-0C16-4BF4-89D1-2A93FDA13D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EC88587-B5AF-448E-9735-D9A2946AE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86A5CBB-E03B-4019-8BCD-78975D39E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4993204-9792-4E61-A83C-73D4379E2B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688601-748F-C2B2-6C1A-AC60F8C53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814" y="1350833"/>
            <a:ext cx="3063347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8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1A1BC-B9F6-9900-88BD-78E5CB8A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533A4-1B22-33C1-5403-5C921AD1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Composition de </a:t>
            </a:r>
            <a:r>
              <a:rPr lang="en-US" sz="40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notre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site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2906219-19C9-2440-B2D8-A908D8687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536" y="429370"/>
            <a:ext cx="6615485" cy="60668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Navigation générale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d’accueil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catalogue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détail produit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panier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fr-FR" sz="2400"/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Gestion du compte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inscription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connexion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profil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fr-FR" sz="2400"/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Configuration utilisateur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sécurité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paramètres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sz="2400"/>
              <a:t>• Page aide et support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0711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A7D1E-D968-3FE6-E030-AD93F474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Architecture</a:t>
            </a:r>
            <a:endParaRPr lang="en-CA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628EB6-B4DB-1EAD-5603-A2C71F97E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28" y="0"/>
            <a:ext cx="2875472" cy="16167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D20C2A-5A9A-5D87-67EF-349B5393C591}"/>
              </a:ext>
            </a:extLst>
          </p:cNvPr>
          <p:cNvSpPr txBox="1"/>
          <p:nvPr/>
        </p:nvSpPr>
        <p:spPr>
          <a:xfrm>
            <a:off x="6187561" y="1905505"/>
            <a:ext cx="6502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err="1">
                <a:solidFill>
                  <a:schemeClr val="bg1"/>
                </a:solidFill>
              </a:rPr>
              <a:t>Séparation</a:t>
            </a:r>
            <a:r>
              <a:rPr lang="en-US" sz="320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en</a:t>
            </a:r>
            <a:r>
              <a:rPr lang="en-US" sz="3200" dirty="0">
                <a:solidFill>
                  <a:schemeClr val="bg1"/>
                </a:solidFill>
              </a:rPr>
              <a:t> trois parties </a:t>
            </a:r>
            <a:r>
              <a:rPr lang="en-US" sz="3200">
                <a:solidFill>
                  <a:schemeClr val="bg1"/>
                </a:solidFill>
              </a:rPr>
              <a:t>le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systeme</a:t>
            </a:r>
            <a:r>
              <a:rPr lang="en-US" sz="3200" dirty="0">
                <a:solidFill>
                  <a:schemeClr val="bg1"/>
                </a:solidFill>
              </a:rPr>
              <a:t>: </a:t>
            </a:r>
            <a:endParaRPr lang="en-US" sz="3200">
              <a:solidFill>
                <a:schemeClr val="bg1"/>
              </a:solidFill>
            </a:endParaRPr>
          </a:p>
          <a:p>
            <a:pPr algn="just"/>
            <a:endParaRPr lang="en-US" sz="3200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Frontend React/Bootstrap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Backend Express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Base de </a:t>
            </a:r>
            <a:r>
              <a:rPr lang="en-US" sz="3200" dirty="0" err="1">
                <a:solidFill>
                  <a:schemeClr val="bg1"/>
                </a:solidFill>
              </a:rPr>
              <a:t>donnes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MongoDb</a:t>
            </a:r>
            <a:endParaRPr lang="en-CA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67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5177F-91E5-9EFC-7BAD-96681FEF7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5" name="Rectangle 364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BE9A7-BE51-72B2-38DA-E0557E8A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372" y="472910"/>
            <a:ext cx="9740195" cy="505100"/>
          </a:xfrm>
        </p:spPr>
        <p:txBody>
          <a:bodyPr anchor="t">
            <a:noAutofit/>
          </a:bodyPr>
          <a:lstStyle/>
          <a:p>
            <a:r>
              <a:rPr lang="en-US" sz="6000"/>
              <a:t>Architecture</a:t>
            </a:r>
            <a:endParaRPr lang="en-CA" sz="60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ACEF2-A286-0C43-5B4C-DF26BEC74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45" y="1816681"/>
            <a:ext cx="5462545" cy="49657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chemeClr val="tx1">
                    <a:alpha val="80000"/>
                  </a:schemeClr>
                </a:solidFill>
              </a:rPr>
              <a:t>Frontend </a:t>
            </a:r>
            <a:r>
              <a:rPr lang="fr-FR" sz="2000" b="1" dirty="0" err="1">
                <a:solidFill>
                  <a:schemeClr val="tx1">
                    <a:alpha val="80000"/>
                  </a:schemeClr>
                </a:solidFill>
              </a:rPr>
              <a:t>React</a:t>
            </a:r>
            <a:endParaRPr lang="fr-FR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Affiche les pages </a:t>
            </a: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Gère les formulaires </a:t>
            </a: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Envoie les requêtes au backend avec </a:t>
            </a:r>
            <a:r>
              <a:rPr lang="fr-FR" sz="2000" dirty="0" err="1">
                <a:solidFill>
                  <a:schemeClr val="tx1">
                    <a:alpha val="80000"/>
                  </a:schemeClr>
                </a:solidFill>
              </a:rPr>
              <a:t>fetch</a:t>
            </a:r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Utilise les cookies pour garder la session </a:t>
            </a:r>
          </a:p>
          <a:p>
            <a:endParaRPr lang="fr-FR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chemeClr val="tx1">
                    <a:alpha val="80000"/>
                  </a:schemeClr>
                </a:solidFill>
              </a:rPr>
              <a:t>Backend Express</a:t>
            </a:r>
            <a:endParaRPr lang="fr-FR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Reçoit les requêtes </a:t>
            </a: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Vérifie l’authentification avec JWT </a:t>
            </a: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Communique avec MongoDB </a:t>
            </a:r>
          </a:p>
          <a:p>
            <a:r>
              <a:rPr lang="fr-FR" sz="2000" dirty="0">
                <a:solidFill>
                  <a:schemeClr val="tx1">
                    <a:alpha val="80000"/>
                  </a:schemeClr>
                </a:solidFill>
              </a:rPr>
              <a:t>Retourne les données au frontend </a:t>
            </a:r>
          </a:p>
          <a:p>
            <a:endParaRPr lang="en-CA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80236DA-7805-9519-A313-C38048E15A4A}"/>
              </a:ext>
            </a:extLst>
          </p:cNvPr>
          <p:cNvSpPr txBox="1"/>
          <p:nvPr/>
        </p:nvSpPr>
        <p:spPr>
          <a:xfrm>
            <a:off x="5947575" y="2043485"/>
            <a:ext cx="44447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tx1">
                    <a:alpha val="80000"/>
                  </a:schemeClr>
                </a:solidFill>
              </a:rPr>
              <a:t>Base de données MongoDB</a:t>
            </a:r>
            <a:endParaRPr lang="fr-FR">
              <a:solidFill>
                <a:schemeClr val="tx1">
                  <a:alpha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>
                <a:solidFill>
                  <a:schemeClr val="tx1">
                    <a:alpha val="80000"/>
                  </a:schemeClr>
                </a:solidFill>
              </a:rPr>
              <a:t>Stocke les utilisateurs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>
                <a:solidFill>
                  <a:schemeClr val="tx1">
                    <a:alpha val="80000"/>
                  </a:schemeClr>
                </a:solidFill>
              </a:rPr>
              <a:t>Stocke le panier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>
                <a:solidFill>
                  <a:schemeClr val="tx1">
                    <a:alpha val="80000"/>
                  </a:schemeClr>
                </a:solidFill>
              </a:rPr>
              <a:t>Stocke les paramètres du compte</a:t>
            </a:r>
          </a:p>
          <a:p>
            <a:endParaRPr lang="en-C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F88516-4821-6F78-1110-D48ED4B01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575" y="3520813"/>
            <a:ext cx="1367472" cy="301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07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DF45D-9667-51F9-12F3-EE051BB2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Choix et décisions 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2CA04-E330-CA0B-0523-17CFE83B1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022" y="1786551"/>
            <a:ext cx="4172845" cy="3126556"/>
          </a:xfrm>
          <a:prstGeom prst="rect">
            <a:avLst/>
          </a:prstGeom>
          <a:ln w="28575">
            <a:noFill/>
          </a:ln>
        </p:spPr>
      </p:pic>
      <p:sp>
        <p:nvSpPr>
          <p:cNvPr id="76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8FB6C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8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8FB6C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80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159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69485-A8A3-4284-0D86-EF1BBF3F8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14" y="137677"/>
            <a:ext cx="8049584" cy="170297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Choix et </a:t>
            </a:r>
            <a:r>
              <a:rPr lang="en-US" dirty="0" err="1">
                <a:solidFill>
                  <a:schemeClr val="bg1"/>
                </a:solidFill>
              </a:rPr>
              <a:t>decissions</a:t>
            </a:r>
            <a:endParaRPr lang="en-CA" dirty="0">
              <a:solidFill>
                <a:schemeClr val="bg1"/>
              </a:solidFill>
            </a:endParaRP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09E8A77F-EB91-66E2-135F-31BC5F270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235" y="-82400"/>
            <a:ext cx="2143125" cy="21431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5C9E99F-C20D-ABEA-FFF6-85BC89E56CAA}"/>
              </a:ext>
            </a:extLst>
          </p:cNvPr>
          <p:cNvSpPr txBox="1"/>
          <p:nvPr/>
        </p:nvSpPr>
        <p:spPr>
          <a:xfrm>
            <a:off x="1362828" y="3203134"/>
            <a:ext cx="101029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Création d’une Sidebar pour les pages du compte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Utilisation de composants réutilisables comme </a:t>
            </a:r>
            <a:r>
              <a:rPr lang="fr-FR" sz="2400" dirty="0" err="1">
                <a:solidFill>
                  <a:schemeClr val="bg1"/>
                </a:solidFill>
              </a:rPr>
              <a:t>ChampModifiable</a:t>
            </a:r>
            <a:endParaRPr lang="fr-F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Utilisation de MongoDB pour sauvegarder les données utilisateurs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 Utilisation de </a:t>
            </a:r>
            <a:r>
              <a:rPr lang="fr-FR" sz="2400" dirty="0" err="1">
                <a:solidFill>
                  <a:schemeClr val="bg1"/>
                </a:solidFill>
              </a:rPr>
              <a:t>bcrypt</a:t>
            </a:r>
            <a:r>
              <a:rPr lang="fr-FR" sz="2400" dirty="0">
                <a:solidFill>
                  <a:schemeClr val="bg1"/>
                </a:solidFill>
              </a:rPr>
              <a:t> pour hacher les mots de passe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Utilisation de JWT et cookies pour garder l’utilisateur connecté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Utilisation de GitHub pour travailler en équipe</a:t>
            </a: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99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93ADC-16D1-181E-C510-2A41FA57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6CCB18-8AE0-A924-3C9B-51C2570D4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A0393-1D4E-CAA0-CA7A-CEE686DE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14" y="137677"/>
            <a:ext cx="8049584" cy="170297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Exigences </a:t>
            </a:r>
            <a:r>
              <a:rPr lang="en-US" dirty="0" err="1">
                <a:solidFill>
                  <a:schemeClr val="bg1"/>
                </a:solidFill>
              </a:rPr>
              <a:t>principales</a:t>
            </a:r>
            <a:endParaRPr lang="en-CA" dirty="0">
              <a:solidFill>
                <a:schemeClr val="bg1"/>
              </a:solidFill>
            </a:endParaRP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386DA76A-3957-3802-F6A3-A2627E09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0EA8E07-9C06-570F-5274-D57F5C36C4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9BD8975-F58A-4CAB-56B1-9611E2F9D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77521B3C-BCBC-4A98-4851-A2CBA2560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E7ACEF-9241-9B53-1369-A2357FFFE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9A66AD-2DA3-6763-D0B2-3096B3219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9351424-7358-8FAF-BEBB-BC1F3C9F9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C5F567-0BD6-E9A9-79E6-12606D104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7E0F379-7A43-8055-2810-64342E7C6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44377F5-8323-C390-55E9-7AA374E5A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8310BEA-8BB1-48B9-D81A-49EE6F89C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CB772C3-278C-D622-2A35-D1DADBF10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64D6FE9-FB30-3B6F-6309-AD117B151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B4F6F38-2630-018C-3D91-02AE768C1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D0082D8-3627-4B97-FED1-0247CDE77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C82407B-7AC0-767E-23C0-D0E369E57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D3F25AB-7AF5-E0D7-ED78-BD16F5A1E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CB36AC1-59E5-A836-4757-B1A62AA6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17B6013-5D3F-409D-3D0F-1449F818A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96978A-83DE-ABD2-EDE8-034240762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4E1025-FB83-82FF-BFAA-D46458033E90}"/>
              </a:ext>
            </a:extLst>
          </p:cNvPr>
          <p:cNvSpPr txBox="1"/>
          <p:nvPr/>
        </p:nvSpPr>
        <p:spPr>
          <a:xfrm>
            <a:off x="928582" y="2110335"/>
            <a:ext cx="39133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Compte utilisateur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Création de compte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Connexion sécurisée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Modification du profil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Catalogue et panier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Consultation des cartes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Recherche et filtres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Ajout au panier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FD09D-B808-6473-5CE3-F4924DF7B6FA}"/>
              </a:ext>
            </a:extLst>
          </p:cNvPr>
          <p:cNvSpPr txBox="1"/>
          <p:nvPr/>
        </p:nvSpPr>
        <p:spPr>
          <a:xfrm>
            <a:off x="5967556" y="1978327"/>
            <a:ext cx="34858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Sécurité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Mots de passe hachés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Routes protégées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Session avec cookies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Qualité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Interface claire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Navigation simple</a:t>
            </a:r>
          </a:p>
          <a:p>
            <a:r>
              <a:rPr lang="fr-FR" sz="2400" dirty="0">
                <a:solidFill>
                  <a:schemeClr val="bg1"/>
                </a:solidFill>
              </a:rPr>
              <a:t>• Données sauvegardées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06355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4D624-A4D1-1744-AF15-4BAC5E51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err="1">
                <a:solidFill>
                  <a:schemeClr val="bg1"/>
                </a:solidFill>
              </a:rPr>
              <a:t>Apprentissages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marquants</a:t>
            </a:r>
            <a:endParaRPr lang="en-CA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1F67DD-73E0-F260-54DF-909F15412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583" y="5338180"/>
            <a:ext cx="1591323" cy="12319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A98C14-DDF0-A946-83AC-D5A49CF11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760" y="5335264"/>
            <a:ext cx="1661730" cy="1234893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A244FB97-D8AC-2FAA-66D6-791105817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020" y="5335264"/>
            <a:ext cx="1633575" cy="1235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3A83A4-1632-5303-81E1-90B6B1F041B1}"/>
              </a:ext>
            </a:extLst>
          </p:cNvPr>
          <p:cNvSpPr txBox="1"/>
          <p:nvPr/>
        </p:nvSpPr>
        <p:spPr>
          <a:xfrm>
            <a:off x="6584972" y="1232690"/>
            <a:ext cx="51068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Développement full-stack</a:t>
            </a:r>
          </a:p>
          <a:p>
            <a:r>
              <a:rPr lang="fr-FR">
                <a:solidFill>
                  <a:schemeClr val="bg1"/>
                </a:solidFill>
              </a:rPr>
              <a:t>• Relier </a:t>
            </a:r>
            <a:r>
              <a:rPr lang="fr-FR" err="1">
                <a:solidFill>
                  <a:schemeClr val="bg1"/>
                </a:solidFill>
              </a:rPr>
              <a:t>React</a:t>
            </a:r>
            <a:r>
              <a:rPr lang="fr-FR">
                <a:solidFill>
                  <a:schemeClr val="bg1"/>
                </a:solidFill>
              </a:rPr>
              <a:t>, Express et MongoDB</a:t>
            </a:r>
          </a:p>
          <a:p>
            <a:endParaRPr lang="fr-FR">
              <a:solidFill>
                <a:schemeClr val="bg1"/>
              </a:solidFill>
            </a:endParaRPr>
          </a:p>
          <a:p>
            <a:r>
              <a:rPr lang="fr-FR">
                <a:solidFill>
                  <a:schemeClr val="bg1"/>
                </a:solidFill>
              </a:rPr>
              <a:t>Authentification</a:t>
            </a:r>
          </a:p>
          <a:p>
            <a:r>
              <a:rPr lang="fr-FR">
                <a:solidFill>
                  <a:schemeClr val="bg1"/>
                </a:solidFill>
              </a:rPr>
              <a:t>• JWT, Cookies et </a:t>
            </a:r>
            <a:r>
              <a:rPr lang="fr-FR" err="1">
                <a:solidFill>
                  <a:schemeClr val="bg1"/>
                </a:solidFill>
              </a:rPr>
              <a:t>bcrypt</a:t>
            </a:r>
            <a:endParaRPr lang="fr-FR">
              <a:solidFill>
                <a:schemeClr val="bg1"/>
              </a:solidFill>
            </a:endParaRPr>
          </a:p>
          <a:p>
            <a:endParaRPr lang="fr-FR">
              <a:solidFill>
                <a:schemeClr val="bg1"/>
              </a:solidFill>
            </a:endParaRPr>
          </a:p>
          <a:p>
            <a:r>
              <a:rPr lang="fr-FR">
                <a:solidFill>
                  <a:schemeClr val="bg1"/>
                </a:solidFill>
              </a:rPr>
              <a:t>Gestion des données</a:t>
            </a:r>
          </a:p>
          <a:p>
            <a:r>
              <a:rPr lang="fr-FR">
                <a:solidFill>
                  <a:schemeClr val="bg1"/>
                </a:solidFill>
              </a:rPr>
              <a:t>• Modifier le profil, le panier et les paramètres</a:t>
            </a:r>
          </a:p>
          <a:p>
            <a:endParaRPr lang="fr-FR">
              <a:solidFill>
                <a:schemeClr val="bg1"/>
              </a:solidFill>
            </a:endParaRPr>
          </a:p>
          <a:p>
            <a:r>
              <a:rPr lang="fr-FR">
                <a:solidFill>
                  <a:schemeClr val="bg1"/>
                </a:solidFill>
              </a:rPr>
              <a:t>Travail d’équipe</a:t>
            </a:r>
          </a:p>
          <a:p>
            <a:r>
              <a:rPr lang="fr-FR">
                <a:solidFill>
                  <a:schemeClr val="bg1"/>
                </a:solidFill>
              </a:rPr>
              <a:t>• Utilisation de GitHub</a:t>
            </a:r>
          </a:p>
          <a:p>
            <a:r>
              <a:rPr lang="fr-FR">
                <a:solidFill>
                  <a:schemeClr val="bg1"/>
                </a:solidFill>
              </a:rPr>
              <a:t>• Séparation des tâches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7FC9D5-9139-2A94-2E38-76F4B4F98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458" y="5323482"/>
            <a:ext cx="1633575" cy="124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7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62E77-A623-4A46-3D72-64092271E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377">
            <a:extLst>
              <a:ext uri="{FF2B5EF4-FFF2-40B4-BE49-F238E27FC236}">
                <a16:creationId xmlns:a16="http://schemas.microsoft.com/office/drawing/2014/main" id="{19AE7043-8E00-7052-76FF-1F6C3B70A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3949B-A575-DAC2-D7FD-22903542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1" y="4029840"/>
            <a:ext cx="7520797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300">
                <a:solidFill>
                  <a:schemeClr val="bg1"/>
                </a:solidFill>
              </a:rPr>
              <a:t>Merci de nous </a:t>
            </a:r>
            <a:r>
              <a:rPr lang="en-US" sz="4300" err="1">
                <a:solidFill>
                  <a:schemeClr val="bg1"/>
                </a:solidFill>
              </a:rPr>
              <a:t>avoir</a:t>
            </a:r>
            <a:r>
              <a:rPr lang="en-US" sz="4300">
                <a:solidFill>
                  <a:schemeClr val="bg1"/>
                </a:solidFill>
              </a:rPr>
              <a:t> </a:t>
            </a:r>
            <a:r>
              <a:rPr lang="en-US" sz="4300" err="1">
                <a:solidFill>
                  <a:schemeClr val="bg1"/>
                </a:solidFill>
              </a:rPr>
              <a:t>écoutés</a:t>
            </a:r>
            <a:endParaRPr lang="en-US" sz="4300">
              <a:solidFill>
                <a:schemeClr val="bg1"/>
              </a:solidFill>
            </a:endParaRPr>
          </a:p>
        </p:txBody>
      </p: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7A949920-BD7E-97B6-A45E-FC3479B95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"/>
            <a:ext cx="12192000" cy="4286159"/>
            <a:chOff x="0" y="1"/>
            <a:chExt cx="12192000" cy="4286159"/>
          </a:xfrm>
          <a:effectLst>
            <a:outerShdw blurRad="3810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3E7FFA51-BF81-D7C7-94FD-61E36A19A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1"/>
              <a:ext cx="12192000" cy="4000975"/>
              <a:chOff x="0" y="1"/>
              <a:chExt cx="12192000" cy="4000975"/>
            </a:xfrm>
          </p:grpSpPr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F7B25FB2-7160-3109-1439-7CDB84877C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"/>
                <a:ext cx="12192000" cy="4000975"/>
              </a:xfrm>
              <a:custGeom>
                <a:avLst/>
                <a:gdLst>
                  <a:gd name="connsiteX0" fmla="*/ 0 w 12192000"/>
                  <a:gd name="connsiteY0" fmla="*/ 0 h 4000975"/>
                  <a:gd name="connsiteX1" fmla="*/ 12192000 w 12192000"/>
                  <a:gd name="connsiteY1" fmla="*/ 0 h 4000975"/>
                  <a:gd name="connsiteX2" fmla="*/ 12192000 w 12192000"/>
                  <a:gd name="connsiteY2" fmla="*/ 4000975 h 4000975"/>
                  <a:gd name="connsiteX3" fmla="*/ 4591050 w 12192000"/>
                  <a:gd name="connsiteY3" fmla="*/ 3848100 h 4000975"/>
                  <a:gd name="connsiteX4" fmla="*/ 0 w 12192000"/>
                  <a:gd name="connsiteY4" fmla="*/ 3999921 h 400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2000" h="400097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4000975"/>
                    </a:lnTo>
                    <a:lnTo>
                      <a:pt x="4591050" y="3848100"/>
                    </a:lnTo>
                    <a:lnTo>
                      <a:pt x="0" y="3999921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317F288-3F64-2AD4-22E0-84342E6DAB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"/>
                <a:ext cx="12192000" cy="4000975"/>
              </a:xfrm>
              <a:custGeom>
                <a:avLst/>
                <a:gdLst>
                  <a:gd name="connsiteX0" fmla="*/ 0 w 12192000"/>
                  <a:gd name="connsiteY0" fmla="*/ 0 h 4000975"/>
                  <a:gd name="connsiteX1" fmla="*/ 12192000 w 12192000"/>
                  <a:gd name="connsiteY1" fmla="*/ 0 h 4000975"/>
                  <a:gd name="connsiteX2" fmla="*/ 12192000 w 12192000"/>
                  <a:gd name="connsiteY2" fmla="*/ 4000975 h 4000975"/>
                  <a:gd name="connsiteX3" fmla="*/ 4591050 w 12192000"/>
                  <a:gd name="connsiteY3" fmla="*/ 3848100 h 4000975"/>
                  <a:gd name="connsiteX4" fmla="*/ 0 w 12192000"/>
                  <a:gd name="connsiteY4" fmla="*/ 3999921 h 400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2000" h="400097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4000975"/>
                    </a:lnTo>
                    <a:lnTo>
                      <a:pt x="4591050" y="3848100"/>
                    </a:lnTo>
                    <a:lnTo>
                      <a:pt x="0" y="3999921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CB02CA47-2510-D945-28B6-3BDE652AD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528992"/>
              <a:ext cx="12192000" cy="757168"/>
              <a:chOff x="0" y="2959818"/>
              <a:chExt cx="12192000" cy="757168"/>
            </a:xfrm>
          </p:grpSpPr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E0E5174B-AAF0-A68C-7D46-F2E2BE4984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959818"/>
                <a:ext cx="12192000" cy="757168"/>
              </a:xfrm>
              <a:custGeom>
                <a:avLst/>
                <a:gdLst>
                  <a:gd name="connsiteX0" fmla="*/ 0 w 12192000"/>
                  <a:gd name="connsiteY0" fmla="*/ 0 h 757168"/>
                  <a:gd name="connsiteX1" fmla="*/ 41653 w 12192000"/>
                  <a:gd name="connsiteY1" fmla="*/ 6945 h 757168"/>
                  <a:gd name="connsiteX2" fmla="*/ 81317 w 12192000"/>
                  <a:gd name="connsiteY2" fmla="*/ 15509 h 757168"/>
                  <a:gd name="connsiteX3" fmla="*/ 114150 w 12192000"/>
                  <a:gd name="connsiteY3" fmla="*/ 28105 h 757168"/>
                  <a:gd name="connsiteX4" fmla="*/ 214865 w 12192000"/>
                  <a:gd name="connsiteY4" fmla="*/ 58374 h 757168"/>
                  <a:gd name="connsiteX5" fmla="*/ 299237 w 12192000"/>
                  <a:gd name="connsiteY5" fmla="*/ 63560 h 757168"/>
                  <a:gd name="connsiteX6" fmla="*/ 415570 w 12192000"/>
                  <a:gd name="connsiteY6" fmla="*/ 83774 h 757168"/>
                  <a:gd name="connsiteX7" fmla="*/ 633210 w 12192000"/>
                  <a:gd name="connsiteY7" fmla="*/ 109108 h 757168"/>
                  <a:gd name="connsiteX8" fmla="*/ 677567 w 12192000"/>
                  <a:gd name="connsiteY8" fmla="*/ 119446 h 757168"/>
                  <a:gd name="connsiteX9" fmla="*/ 946429 w 12192000"/>
                  <a:gd name="connsiteY9" fmla="*/ 171502 h 757168"/>
                  <a:gd name="connsiteX10" fmla="*/ 1163367 w 12192000"/>
                  <a:gd name="connsiteY10" fmla="*/ 182106 h 757168"/>
                  <a:gd name="connsiteX11" fmla="*/ 1180337 w 12192000"/>
                  <a:gd name="connsiteY11" fmla="*/ 181279 h 757168"/>
                  <a:gd name="connsiteX12" fmla="*/ 1263939 w 12192000"/>
                  <a:gd name="connsiteY12" fmla="*/ 173070 h 757168"/>
                  <a:gd name="connsiteX13" fmla="*/ 1392213 w 12192000"/>
                  <a:gd name="connsiteY13" fmla="*/ 183225 h 757168"/>
                  <a:gd name="connsiteX14" fmla="*/ 1479752 w 12192000"/>
                  <a:gd name="connsiteY14" fmla="*/ 205174 h 757168"/>
                  <a:gd name="connsiteX15" fmla="*/ 1589813 w 12192000"/>
                  <a:gd name="connsiteY15" fmla="*/ 211706 h 757168"/>
                  <a:gd name="connsiteX16" fmla="*/ 1716264 w 12192000"/>
                  <a:gd name="connsiteY16" fmla="*/ 207459 h 757168"/>
                  <a:gd name="connsiteX17" fmla="*/ 1772900 w 12192000"/>
                  <a:gd name="connsiteY17" fmla="*/ 208137 h 757168"/>
                  <a:gd name="connsiteX18" fmla="*/ 1929319 w 12192000"/>
                  <a:gd name="connsiteY18" fmla="*/ 193822 h 757168"/>
                  <a:gd name="connsiteX19" fmla="*/ 2021514 w 12192000"/>
                  <a:gd name="connsiteY19" fmla="*/ 204186 h 757168"/>
                  <a:gd name="connsiteX20" fmla="*/ 2111753 w 12192000"/>
                  <a:gd name="connsiteY20" fmla="*/ 223797 h 757168"/>
                  <a:gd name="connsiteX21" fmla="*/ 2169356 w 12192000"/>
                  <a:gd name="connsiteY21" fmla="*/ 241125 h 757168"/>
                  <a:gd name="connsiteX22" fmla="*/ 2286638 w 12192000"/>
                  <a:gd name="connsiteY22" fmla="*/ 257382 h 757168"/>
                  <a:gd name="connsiteX23" fmla="*/ 2308368 w 12192000"/>
                  <a:gd name="connsiteY23" fmla="*/ 256995 h 757168"/>
                  <a:gd name="connsiteX24" fmla="*/ 2660621 w 12192000"/>
                  <a:gd name="connsiteY24" fmla="*/ 262863 h 757168"/>
                  <a:gd name="connsiteX25" fmla="*/ 2801134 w 12192000"/>
                  <a:gd name="connsiteY25" fmla="*/ 250006 h 757168"/>
                  <a:gd name="connsiteX26" fmla="*/ 2830994 w 12192000"/>
                  <a:gd name="connsiteY26" fmla="*/ 249091 h 757168"/>
                  <a:gd name="connsiteX27" fmla="*/ 3129084 w 12192000"/>
                  <a:gd name="connsiteY27" fmla="*/ 242009 h 757168"/>
                  <a:gd name="connsiteX28" fmla="*/ 3162162 w 12192000"/>
                  <a:gd name="connsiteY28" fmla="*/ 242789 h 757168"/>
                  <a:gd name="connsiteX29" fmla="*/ 3254072 w 12192000"/>
                  <a:gd name="connsiteY29" fmla="*/ 251612 h 757168"/>
                  <a:gd name="connsiteX30" fmla="*/ 3473491 w 12192000"/>
                  <a:gd name="connsiteY30" fmla="*/ 221903 h 757168"/>
                  <a:gd name="connsiteX31" fmla="*/ 3691860 w 12192000"/>
                  <a:gd name="connsiteY31" fmla="*/ 219228 h 757168"/>
                  <a:gd name="connsiteX32" fmla="*/ 3811494 w 12192000"/>
                  <a:gd name="connsiteY32" fmla="*/ 225691 h 757168"/>
                  <a:gd name="connsiteX33" fmla="*/ 3897533 w 12192000"/>
                  <a:gd name="connsiteY33" fmla="*/ 220087 h 757168"/>
                  <a:gd name="connsiteX34" fmla="*/ 4109430 w 12192000"/>
                  <a:gd name="connsiteY34" fmla="*/ 200477 h 757168"/>
                  <a:gd name="connsiteX35" fmla="*/ 4208772 w 12192000"/>
                  <a:gd name="connsiteY35" fmla="*/ 200914 h 757168"/>
                  <a:gd name="connsiteX36" fmla="*/ 4314641 w 12192000"/>
                  <a:gd name="connsiteY36" fmla="*/ 196159 h 757168"/>
                  <a:gd name="connsiteX37" fmla="*/ 4577622 w 12192000"/>
                  <a:gd name="connsiteY37" fmla="*/ 163774 h 757168"/>
                  <a:gd name="connsiteX38" fmla="*/ 4790345 w 12192000"/>
                  <a:gd name="connsiteY38" fmla="*/ 177592 h 757168"/>
                  <a:gd name="connsiteX39" fmla="*/ 4926164 w 12192000"/>
                  <a:gd name="connsiteY39" fmla="*/ 184139 h 757168"/>
                  <a:gd name="connsiteX40" fmla="*/ 5088812 w 12192000"/>
                  <a:gd name="connsiteY40" fmla="*/ 177401 h 757168"/>
                  <a:gd name="connsiteX41" fmla="*/ 5222466 w 12192000"/>
                  <a:gd name="connsiteY41" fmla="*/ 162082 h 757168"/>
                  <a:gd name="connsiteX42" fmla="*/ 5406528 w 12192000"/>
                  <a:gd name="connsiteY42" fmla="*/ 153987 h 757168"/>
                  <a:gd name="connsiteX43" fmla="*/ 5590716 w 12192000"/>
                  <a:gd name="connsiteY43" fmla="*/ 129490 h 757168"/>
                  <a:gd name="connsiteX44" fmla="*/ 5719429 w 12192000"/>
                  <a:gd name="connsiteY44" fmla="*/ 110099 h 757168"/>
                  <a:gd name="connsiteX45" fmla="*/ 5897895 w 12192000"/>
                  <a:gd name="connsiteY45" fmla="*/ 96368 h 757168"/>
                  <a:gd name="connsiteX46" fmla="*/ 6169957 w 12192000"/>
                  <a:gd name="connsiteY46" fmla="*/ 94411 h 757168"/>
                  <a:gd name="connsiteX47" fmla="*/ 6294827 w 12192000"/>
                  <a:gd name="connsiteY47" fmla="*/ 99236 h 757168"/>
                  <a:gd name="connsiteX48" fmla="*/ 6494261 w 12192000"/>
                  <a:gd name="connsiteY48" fmla="*/ 71724 h 757168"/>
                  <a:gd name="connsiteX49" fmla="*/ 6579627 w 12192000"/>
                  <a:gd name="connsiteY49" fmla="*/ 57883 h 757168"/>
                  <a:gd name="connsiteX50" fmla="*/ 6654800 w 12192000"/>
                  <a:gd name="connsiteY50" fmla="*/ 77086 h 757168"/>
                  <a:gd name="connsiteX51" fmla="*/ 6703059 w 12192000"/>
                  <a:gd name="connsiteY51" fmla="*/ 97166 h 757168"/>
                  <a:gd name="connsiteX52" fmla="*/ 6859445 w 12192000"/>
                  <a:gd name="connsiteY52" fmla="*/ 90481 h 757168"/>
                  <a:gd name="connsiteX53" fmla="*/ 7025414 w 12192000"/>
                  <a:gd name="connsiteY53" fmla="*/ 83536 h 757168"/>
                  <a:gd name="connsiteX54" fmla="*/ 7144137 w 12192000"/>
                  <a:gd name="connsiteY54" fmla="*/ 79264 h 757168"/>
                  <a:gd name="connsiteX55" fmla="*/ 7291235 w 12192000"/>
                  <a:gd name="connsiteY55" fmla="*/ 95367 h 757168"/>
                  <a:gd name="connsiteX56" fmla="*/ 7407395 w 12192000"/>
                  <a:gd name="connsiteY56" fmla="*/ 104888 h 757168"/>
                  <a:gd name="connsiteX57" fmla="*/ 7500837 w 12192000"/>
                  <a:gd name="connsiteY57" fmla="*/ 119515 h 757168"/>
                  <a:gd name="connsiteX58" fmla="*/ 7533567 w 12192000"/>
                  <a:gd name="connsiteY58" fmla="*/ 126955 h 757168"/>
                  <a:gd name="connsiteX59" fmla="*/ 7792910 w 12192000"/>
                  <a:gd name="connsiteY59" fmla="*/ 185188 h 757168"/>
                  <a:gd name="connsiteX60" fmla="*/ 8070699 w 12192000"/>
                  <a:gd name="connsiteY60" fmla="*/ 235423 h 757168"/>
                  <a:gd name="connsiteX61" fmla="*/ 8253177 w 12192000"/>
                  <a:gd name="connsiteY61" fmla="*/ 222473 h 757168"/>
                  <a:gd name="connsiteX62" fmla="*/ 8320683 w 12192000"/>
                  <a:gd name="connsiteY62" fmla="*/ 226393 h 757168"/>
                  <a:gd name="connsiteX63" fmla="*/ 8631438 w 12192000"/>
                  <a:gd name="connsiteY63" fmla="*/ 237528 h 757168"/>
                  <a:gd name="connsiteX64" fmla="*/ 8686410 w 12192000"/>
                  <a:gd name="connsiteY64" fmla="*/ 234877 h 757168"/>
                  <a:gd name="connsiteX65" fmla="*/ 8980658 w 12192000"/>
                  <a:gd name="connsiteY65" fmla="*/ 273001 h 757168"/>
                  <a:gd name="connsiteX66" fmla="*/ 9087625 w 12192000"/>
                  <a:gd name="connsiteY66" fmla="*/ 282423 h 757168"/>
                  <a:gd name="connsiteX67" fmla="*/ 9186017 w 12192000"/>
                  <a:gd name="connsiteY67" fmla="*/ 293875 h 757168"/>
                  <a:gd name="connsiteX68" fmla="*/ 9323931 w 12192000"/>
                  <a:gd name="connsiteY68" fmla="*/ 302628 h 757168"/>
                  <a:gd name="connsiteX69" fmla="*/ 9467213 w 12192000"/>
                  <a:gd name="connsiteY69" fmla="*/ 307275 h 757168"/>
                  <a:gd name="connsiteX70" fmla="*/ 9626826 w 12192000"/>
                  <a:gd name="connsiteY70" fmla="*/ 316213 h 757168"/>
                  <a:gd name="connsiteX71" fmla="*/ 9689696 w 12192000"/>
                  <a:gd name="connsiteY71" fmla="*/ 324467 h 757168"/>
                  <a:gd name="connsiteX72" fmla="*/ 9860526 w 12192000"/>
                  <a:gd name="connsiteY72" fmla="*/ 329986 h 757168"/>
                  <a:gd name="connsiteX73" fmla="*/ 9949775 w 12192000"/>
                  <a:gd name="connsiteY73" fmla="*/ 340386 h 757168"/>
                  <a:gd name="connsiteX74" fmla="*/ 10097252 w 12192000"/>
                  <a:gd name="connsiteY74" fmla="*/ 349262 h 757168"/>
                  <a:gd name="connsiteX75" fmla="*/ 10145261 w 12192000"/>
                  <a:gd name="connsiteY75" fmla="*/ 353113 h 757168"/>
                  <a:gd name="connsiteX76" fmla="*/ 10188159 w 12192000"/>
                  <a:gd name="connsiteY76" fmla="*/ 356124 h 757168"/>
                  <a:gd name="connsiteX77" fmla="*/ 10336144 w 12192000"/>
                  <a:gd name="connsiteY77" fmla="*/ 348235 h 757168"/>
                  <a:gd name="connsiteX78" fmla="*/ 10466847 w 12192000"/>
                  <a:gd name="connsiteY78" fmla="*/ 354131 h 757168"/>
                  <a:gd name="connsiteX79" fmla="*/ 10696514 w 12192000"/>
                  <a:gd name="connsiteY79" fmla="*/ 353575 h 757168"/>
                  <a:gd name="connsiteX80" fmla="*/ 10746932 w 12192000"/>
                  <a:gd name="connsiteY80" fmla="*/ 360606 h 757168"/>
                  <a:gd name="connsiteX81" fmla="*/ 10905388 w 12192000"/>
                  <a:gd name="connsiteY81" fmla="*/ 370627 h 757168"/>
                  <a:gd name="connsiteX82" fmla="*/ 10995602 w 12192000"/>
                  <a:gd name="connsiteY82" fmla="*/ 376691 h 757168"/>
                  <a:gd name="connsiteX83" fmla="*/ 11107647 w 12192000"/>
                  <a:gd name="connsiteY83" fmla="*/ 373405 h 757168"/>
                  <a:gd name="connsiteX84" fmla="*/ 11302440 w 12192000"/>
                  <a:gd name="connsiteY84" fmla="*/ 364156 h 757168"/>
                  <a:gd name="connsiteX85" fmla="*/ 11353613 w 12192000"/>
                  <a:gd name="connsiteY85" fmla="*/ 363785 h 757168"/>
                  <a:gd name="connsiteX86" fmla="*/ 11447323 w 12192000"/>
                  <a:gd name="connsiteY86" fmla="*/ 359346 h 757168"/>
                  <a:gd name="connsiteX87" fmla="*/ 11464292 w 12192000"/>
                  <a:gd name="connsiteY87" fmla="*/ 358519 h 757168"/>
                  <a:gd name="connsiteX88" fmla="*/ 11607560 w 12192000"/>
                  <a:gd name="connsiteY88" fmla="*/ 342370 h 757168"/>
                  <a:gd name="connsiteX89" fmla="*/ 11681426 w 12192000"/>
                  <a:gd name="connsiteY89" fmla="*/ 344335 h 757168"/>
                  <a:gd name="connsiteX90" fmla="*/ 11893565 w 12192000"/>
                  <a:gd name="connsiteY90" fmla="*/ 355261 h 757168"/>
                  <a:gd name="connsiteX91" fmla="*/ 11983290 w 12192000"/>
                  <a:gd name="connsiteY91" fmla="*/ 363588 h 757168"/>
                  <a:gd name="connsiteX92" fmla="*/ 12192000 w 12192000"/>
                  <a:gd name="connsiteY92" fmla="*/ 388018 h 757168"/>
                  <a:gd name="connsiteX93" fmla="*/ 12192000 w 12192000"/>
                  <a:gd name="connsiteY93" fmla="*/ 577115 h 757168"/>
                  <a:gd name="connsiteX94" fmla="*/ 12157329 w 12192000"/>
                  <a:gd name="connsiteY94" fmla="*/ 588862 h 757168"/>
                  <a:gd name="connsiteX95" fmla="*/ 12066948 w 12192000"/>
                  <a:gd name="connsiteY95" fmla="*/ 586034 h 757168"/>
                  <a:gd name="connsiteX96" fmla="*/ 11911344 w 12192000"/>
                  <a:gd name="connsiteY96" fmla="*/ 521599 h 757168"/>
                  <a:gd name="connsiteX97" fmla="*/ 11847823 w 12192000"/>
                  <a:gd name="connsiteY97" fmla="*/ 511785 h 757168"/>
                  <a:gd name="connsiteX98" fmla="*/ 11737547 w 12192000"/>
                  <a:gd name="connsiteY98" fmla="*/ 502380 h 757168"/>
                  <a:gd name="connsiteX99" fmla="*/ 11636052 w 12192000"/>
                  <a:gd name="connsiteY99" fmla="*/ 514993 h 757168"/>
                  <a:gd name="connsiteX100" fmla="*/ 11394706 w 12192000"/>
                  <a:gd name="connsiteY100" fmla="*/ 590867 h 757168"/>
                  <a:gd name="connsiteX101" fmla="*/ 11354978 w 12192000"/>
                  <a:gd name="connsiteY101" fmla="*/ 597561 h 757168"/>
                  <a:gd name="connsiteX102" fmla="*/ 11285306 w 12192000"/>
                  <a:gd name="connsiteY102" fmla="*/ 599825 h 757168"/>
                  <a:gd name="connsiteX103" fmla="*/ 11008528 w 12192000"/>
                  <a:gd name="connsiteY103" fmla="*/ 656670 h 757168"/>
                  <a:gd name="connsiteX104" fmla="*/ 10948735 w 12192000"/>
                  <a:gd name="connsiteY104" fmla="*/ 652964 h 757168"/>
                  <a:gd name="connsiteX105" fmla="*/ 10850698 w 12192000"/>
                  <a:gd name="connsiteY105" fmla="*/ 641721 h 757168"/>
                  <a:gd name="connsiteX106" fmla="*/ 10744026 w 12192000"/>
                  <a:gd name="connsiteY106" fmla="*/ 647769 h 757168"/>
                  <a:gd name="connsiteX107" fmla="*/ 10666160 w 12192000"/>
                  <a:gd name="connsiteY107" fmla="*/ 651891 h 757168"/>
                  <a:gd name="connsiteX108" fmla="*/ 10450521 w 12192000"/>
                  <a:gd name="connsiteY108" fmla="*/ 616552 h 757168"/>
                  <a:gd name="connsiteX109" fmla="*/ 10271192 w 12192000"/>
                  <a:gd name="connsiteY109" fmla="*/ 583498 h 757168"/>
                  <a:gd name="connsiteX110" fmla="*/ 10246067 w 12192000"/>
                  <a:gd name="connsiteY110" fmla="*/ 585423 h 757168"/>
                  <a:gd name="connsiteX111" fmla="*/ 10005027 w 12192000"/>
                  <a:gd name="connsiteY111" fmla="*/ 592252 h 757168"/>
                  <a:gd name="connsiteX112" fmla="*/ 9898681 w 12192000"/>
                  <a:gd name="connsiteY112" fmla="*/ 613195 h 757168"/>
                  <a:gd name="connsiteX113" fmla="*/ 9753225 w 12192000"/>
                  <a:gd name="connsiteY113" fmla="*/ 629038 h 757168"/>
                  <a:gd name="connsiteX114" fmla="*/ 9591376 w 12192000"/>
                  <a:gd name="connsiteY114" fmla="*/ 648601 h 757168"/>
                  <a:gd name="connsiteX115" fmla="*/ 9472860 w 12192000"/>
                  <a:gd name="connsiteY115" fmla="*/ 655936 h 757168"/>
                  <a:gd name="connsiteX116" fmla="*/ 9299788 w 12192000"/>
                  <a:gd name="connsiteY116" fmla="*/ 636945 h 757168"/>
                  <a:gd name="connsiteX117" fmla="*/ 9264605 w 12192000"/>
                  <a:gd name="connsiteY117" fmla="*/ 627087 h 757168"/>
                  <a:gd name="connsiteX118" fmla="*/ 8926435 w 12192000"/>
                  <a:gd name="connsiteY118" fmla="*/ 549269 h 757168"/>
                  <a:gd name="connsiteX119" fmla="*/ 8698934 w 12192000"/>
                  <a:gd name="connsiteY119" fmla="*/ 536583 h 757168"/>
                  <a:gd name="connsiteX120" fmla="*/ 8622862 w 12192000"/>
                  <a:gd name="connsiteY120" fmla="*/ 541563 h 757168"/>
                  <a:gd name="connsiteX121" fmla="*/ 8482784 w 12192000"/>
                  <a:gd name="connsiteY121" fmla="*/ 574094 h 757168"/>
                  <a:gd name="connsiteX122" fmla="*/ 8421565 w 12192000"/>
                  <a:gd name="connsiteY122" fmla="*/ 576610 h 757168"/>
                  <a:gd name="connsiteX123" fmla="*/ 8313469 w 12192000"/>
                  <a:gd name="connsiteY123" fmla="*/ 574762 h 757168"/>
                  <a:gd name="connsiteX124" fmla="*/ 8079520 w 12192000"/>
                  <a:gd name="connsiteY124" fmla="*/ 558685 h 757168"/>
                  <a:gd name="connsiteX125" fmla="*/ 7773327 w 12192000"/>
                  <a:gd name="connsiteY125" fmla="*/ 558854 h 757168"/>
                  <a:gd name="connsiteX126" fmla="*/ 7652477 w 12192000"/>
                  <a:gd name="connsiteY126" fmla="*/ 547561 h 757168"/>
                  <a:gd name="connsiteX127" fmla="*/ 7522274 w 12192000"/>
                  <a:gd name="connsiteY127" fmla="*/ 532150 h 757168"/>
                  <a:gd name="connsiteX128" fmla="*/ 7484080 w 12192000"/>
                  <a:gd name="connsiteY128" fmla="*/ 530532 h 757168"/>
                  <a:gd name="connsiteX129" fmla="*/ 7282277 w 12192000"/>
                  <a:gd name="connsiteY129" fmla="*/ 540177 h 757168"/>
                  <a:gd name="connsiteX130" fmla="*/ 7235690 w 12192000"/>
                  <a:gd name="connsiteY130" fmla="*/ 551282 h 757168"/>
                  <a:gd name="connsiteX131" fmla="*/ 7116339 w 12192000"/>
                  <a:gd name="connsiteY131" fmla="*/ 539494 h 757168"/>
                  <a:gd name="connsiteX132" fmla="*/ 7011067 w 12192000"/>
                  <a:gd name="connsiteY132" fmla="*/ 511848 h 757168"/>
                  <a:gd name="connsiteX133" fmla="*/ 6403234 w 12192000"/>
                  <a:gd name="connsiteY133" fmla="*/ 432296 h 757168"/>
                  <a:gd name="connsiteX134" fmla="*/ 6036273 w 12192000"/>
                  <a:gd name="connsiteY134" fmla="*/ 412301 h 757168"/>
                  <a:gd name="connsiteX135" fmla="*/ 5780467 w 12192000"/>
                  <a:gd name="connsiteY135" fmla="*/ 377910 h 757168"/>
                  <a:gd name="connsiteX136" fmla="*/ 5739051 w 12192000"/>
                  <a:gd name="connsiteY136" fmla="*/ 353609 h 757168"/>
                  <a:gd name="connsiteX137" fmla="*/ 5583566 w 12192000"/>
                  <a:gd name="connsiteY137" fmla="*/ 321995 h 757168"/>
                  <a:gd name="connsiteX138" fmla="*/ 5432030 w 12192000"/>
                  <a:gd name="connsiteY138" fmla="*/ 362512 h 757168"/>
                  <a:gd name="connsiteX139" fmla="*/ 5241398 w 12192000"/>
                  <a:gd name="connsiteY139" fmla="*/ 425781 h 757168"/>
                  <a:gd name="connsiteX140" fmla="*/ 5139710 w 12192000"/>
                  <a:gd name="connsiteY140" fmla="*/ 421022 h 757168"/>
                  <a:gd name="connsiteX141" fmla="*/ 4929402 w 12192000"/>
                  <a:gd name="connsiteY141" fmla="*/ 424310 h 757168"/>
                  <a:gd name="connsiteX142" fmla="*/ 4782793 w 12192000"/>
                  <a:gd name="connsiteY142" fmla="*/ 441046 h 757168"/>
                  <a:gd name="connsiteX143" fmla="*/ 4577594 w 12192000"/>
                  <a:gd name="connsiteY143" fmla="*/ 459290 h 757168"/>
                  <a:gd name="connsiteX144" fmla="*/ 4500826 w 12192000"/>
                  <a:gd name="connsiteY144" fmla="*/ 470529 h 757168"/>
                  <a:gd name="connsiteX145" fmla="*/ 4317973 w 12192000"/>
                  <a:gd name="connsiteY145" fmla="*/ 483649 h 757168"/>
                  <a:gd name="connsiteX146" fmla="*/ 4166722 w 12192000"/>
                  <a:gd name="connsiteY146" fmla="*/ 490602 h 757168"/>
                  <a:gd name="connsiteX147" fmla="*/ 4042814 w 12192000"/>
                  <a:gd name="connsiteY147" fmla="*/ 530660 h 757168"/>
                  <a:gd name="connsiteX148" fmla="*/ 4002653 w 12192000"/>
                  <a:gd name="connsiteY148" fmla="*/ 552594 h 757168"/>
                  <a:gd name="connsiteX149" fmla="*/ 3969549 w 12192000"/>
                  <a:gd name="connsiteY149" fmla="*/ 566312 h 757168"/>
                  <a:gd name="connsiteX150" fmla="*/ 3821685 w 12192000"/>
                  <a:gd name="connsiteY150" fmla="*/ 649183 h 757168"/>
                  <a:gd name="connsiteX151" fmla="*/ 3805138 w 12192000"/>
                  <a:gd name="connsiteY151" fmla="*/ 655947 h 757168"/>
                  <a:gd name="connsiteX152" fmla="*/ 3609177 w 12192000"/>
                  <a:gd name="connsiteY152" fmla="*/ 687459 h 757168"/>
                  <a:gd name="connsiteX153" fmla="*/ 3539727 w 12192000"/>
                  <a:gd name="connsiteY153" fmla="*/ 706521 h 757168"/>
                  <a:gd name="connsiteX154" fmla="*/ 3396572 w 12192000"/>
                  <a:gd name="connsiteY154" fmla="*/ 755681 h 757168"/>
                  <a:gd name="connsiteX155" fmla="*/ 3341054 w 12192000"/>
                  <a:gd name="connsiteY155" fmla="*/ 754679 h 757168"/>
                  <a:gd name="connsiteX156" fmla="*/ 3138775 w 12192000"/>
                  <a:gd name="connsiteY156" fmla="*/ 710120 h 757168"/>
                  <a:gd name="connsiteX157" fmla="*/ 3037283 w 12192000"/>
                  <a:gd name="connsiteY157" fmla="*/ 666453 h 757168"/>
                  <a:gd name="connsiteX158" fmla="*/ 3002117 w 12192000"/>
                  <a:gd name="connsiteY158" fmla="*/ 649347 h 757168"/>
                  <a:gd name="connsiteX159" fmla="*/ 2747294 w 12192000"/>
                  <a:gd name="connsiteY159" fmla="*/ 652400 h 757168"/>
                  <a:gd name="connsiteX160" fmla="*/ 2676273 w 12192000"/>
                  <a:gd name="connsiteY160" fmla="*/ 652304 h 757168"/>
                  <a:gd name="connsiteX161" fmla="*/ 2432360 w 12192000"/>
                  <a:gd name="connsiteY161" fmla="*/ 657836 h 757168"/>
                  <a:gd name="connsiteX162" fmla="*/ 2382311 w 12192000"/>
                  <a:gd name="connsiteY162" fmla="*/ 650824 h 757168"/>
                  <a:gd name="connsiteX163" fmla="*/ 2055134 w 12192000"/>
                  <a:gd name="connsiteY163" fmla="*/ 630053 h 757168"/>
                  <a:gd name="connsiteX164" fmla="*/ 2031829 w 12192000"/>
                  <a:gd name="connsiteY164" fmla="*/ 639324 h 757168"/>
                  <a:gd name="connsiteX165" fmla="*/ 1912764 w 12192000"/>
                  <a:gd name="connsiteY165" fmla="*/ 664183 h 757168"/>
                  <a:gd name="connsiteX166" fmla="*/ 1755637 w 12192000"/>
                  <a:gd name="connsiteY166" fmla="*/ 663960 h 757168"/>
                  <a:gd name="connsiteX167" fmla="*/ 1727159 w 12192000"/>
                  <a:gd name="connsiteY167" fmla="*/ 659605 h 757168"/>
                  <a:gd name="connsiteX168" fmla="*/ 1622470 w 12192000"/>
                  <a:gd name="connsiteY168" fmla="*/ 634850 h 757168"/>
                  <a:gd name="connsiteX169" fmla="*/ 1385955 w 12192000"/>
                  <a:gd name="connsiteY169" fmla="*/ 604522 h 757168"/>
                  <a:gd name="connsiteX170" fmla="*/ 1340055 w 12192000"/>
                  <a:gd name="connsiteY170" fmla="*/ 595629 h 757168"/>
                  <a:gd name="connsiteX171" fmla="*/ 1257271 w 12192000"/>
                  <a:gd name="connsiteY171" fmla="*/ 581180 h 757168"/>
                  <a:gd name="connsiteX172" fmla="*/ 1031914 w 12192000"/>
                  <a:gd name="connsiteY172" fmla="*/ 562692 h 757168"/>
                  <a:gd name="connsiteX173" fmla="*/ 922031 w 12192000"/>
                  <a:gd name="connsiteY173" fmla="*/ 566853 h 757168"/>
                  <a:gd name="connsiteX174" fmla="*/ 873250 w 12192000"/>
                  <a:gd name="connsiteY174" fmla="*/ 563724 h 757168"/>
                  <a:gd name="connsiteX175" fmla="*/ 711627 w 12192000"/>
                  <a:gd name="connsiteY175" fmla="*/ 529880 h 757168"/>
                  <a:gd name="connsiteX176" fmla="*/ 311112 w 12192000"/>
                  <a:gd name="connsiteY176" fmla="*/ 525106 h 757168"/>
                  <a:gd name="connsiteX177" fmla="*/ 184145 w 12192000"/>
                  <a:gd name="connsiteY177" fmla="*/ 532188 h 757168"/>
                  <a:gd name="connsiteX178" fmla="*/ 116886 w 12192000"/>
                  <a:gd name="connsiteY178" fmla="*/ 530572 h 757168"/>
                  <a:gd name="connsiteX179" fmla="*/ 23941 w 12192000"/>
                  <a:gd name="connsiteY179" fmla="*/ 506433 h 757168"/>
                  <a:gd name="connsiteX180" fmla="*/ 0 w 12192000"/>
                  <a:gd name="connsiteY180" fmla="*/ 502149 h 75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12192000" h="757168">
                    <a:moveTo>
                      <a:pt x="0" y="0"/>
                    </a:moveTo>
                    <a:lnTo>
                      <a:pt x="41653" y="6945"/>
                    </a:lnTo>
                    <a:cubicBezTo>
                      <a:pt x="55151" y="9178"/>
                      <a:pt x="68996" y="11810"/>
                      <a:pt x="81317" y="15509"/>
                    </a:cubicBezTo>
                    <a:cubicBezTo>
                      <a:pt x="92911" y="18978"/>
                      <a:pt x="102562" y="24446"/>
                      <a:pt x="114150" y="28105"/>
                    </a:cubicBezTo>
                    <a:cubicBezTo>
                      <a:pt x="145644" y="37958"/>
                      <a:pt x="177914" y="47281"/>
                      <a:pt x="214865" y="58374"/>
                    </a:cubicBezTo>
                    <a:cubicBezTo>
                      <a:pt x="236680" y="42349"/>
                      <a:pt x="264438" y="53534"/>
                      <a:pt x="299237" y="63560"/>
                    </a:cubicBezTo>
                    <a:cubicBezTo>
                      <a:pt x="334763" y="73816"/>
                      <a:pt x="376093" y="78654"/>
                      <a:pt x="415570" y="83774"/>
                    </a:cubicBezTo>
                    <a:cubicBezTo>
                      <a:pt x="487949" y="93100"/>
                      <a:pt x="560804" y="100354"/>
                      <a:pt x="633210" y="109108"/>
                    </a:cubicBezTo>
                    <a:cubicBezTo>
                      <a:pt x="648566" y="111058"/>
                      <a:pt x="666073" y="114072"/>
                      <a:pt x="677567" y="119446"/>
                    </a:cubicBezTo>
                    <a:cubicBezTo>
                      <a:pt x="756262" y="155621"/>
                      <a:pt x="853422" y="169678"/>
                      <a:pt x="946429" y="171502"/>
                    </a:cubicBezTo>
                    <a:cubicBezTo>
                      <a:pt x="1019582" y="173044"/>
                      <a:pt x="1091239" y="175083"/>
                      <a:pt x="1163367" y="182106"/>
                    </a:cubicBezTo>
                    <a:cubicBezTo>
                      <a:pt x="1168863" y="182586"/>
                      <a:pt x="1176224" y="182589"/>
                      <a:pt x="1180337" y="181279"/>
                    </a:cubicBezTo>
                    <a:cubicBezTo>
                      <a:pt x="1205822" y="172503"/>
                      <a:pt x="1231920" y="173109"/>
                      <a:pt x="1263939" y="173070"/>
                    </a:cubicBezTo>
                    <a:cubicBezTo>
                      <a:pt x="1309211" y="172961"/>
                      <a:pt x="1350592" y="176848"/>
                      <a:pt x="1392213" y="183225"/>
                    </a:cubicBezTo>
                    <a:cubicBezTo>
                      <a:pt x="1422516" y="187866"/>
                      <a:pt x="1453010" y="195759"/>
                      <a:pt x="1479752" y="205174"/>
                    </a:cubicBezTo>
                    <a:cubicBezTo>
                      <a:pt x="1516962" y="218381"/>
                      <a:pt x="1553071" y="224660"/>
                      <a:pt x="1589813" y="211706"/>
                    </a:cubicBezTo>
                    <a:cubicBezTo>
                      <a:pt x="1629541" y="197953"/>
                      <a:pt x="1673292" y="205778"/>
                      <a:pt x="1716264" y="207459"/>
                    </a:cubicBezTo>
                    <a:cubicBezTo>
                      <a:pt x="1734988" y="208248"/>
                      <a:pt x="1754789" y="209668"/>
                      <a:pt x="1772900" y="208137"/>
                    </a:cubicBezTo>
                    <a:cubicBezTo>
                      <a:pt x="1825381" y="203828"/>
                      <a:pt x="1876222" y="195808"/>
                      <a:pt x="1929319" y="193822"/>
                    </a:cubicBezTo>
                    <a:cubicBezTo>
                      <a:pt x="1958819" y="192698"/>
                      <a:pt x="1991232" y="199166"/>
                      <a:pt x="2021514" y="204186"/>
                    </a:cubicBezTo>
                    <a:cubicBezTo>
                      <a:pt x="2052154" y="209417"/>
                      <a:pt x="2082323" y="216530"/>
                      <a:pt x="2111753" y="223797"/>
                    </a:cubicBezTo>
                    <a:cubicBezTo>
                      <a:pt x="2131736" y="228659"/>
                      <a:pt x="2153567" y="233429"/>
                      <a:pt x="2169356" y="241125"/>
                    </a:cubicBezTo>
                    <a:cubicBezTo>
                      <a:pt x="2205243" y="258649"/>
                      <a:pt x="2242901" y="263295"/>
                      <a:pt x="2286638" y="257382"/>
                    </a:cubicBezTo>
                    <a:cubicBezTo>
                      <a:pt x="2293313" y="256396"/>
                      <a:pt x="2301018" y="256799"/>
                      <a:pt x="2308368" y="256995"/>
                    </a:cubicBezTo>
                    <a:cubicBezTo>
                      <a:pt x="2426026" y="259155"/>
                      <a:pt x="2543593" y="262834"/>
                      <a:pt x="2660621" y="262863"/>
                    </a:cubicBezTo>
                    <a:cubicBezTo>
                      <a:pt x="2708088" y="262871"/>
                      <a:pt x="2754165" y="254412"/>
                      <a:pt x="2801134" y="250006"/>
                    </a:cubicBezTo>
                    <a:cubicBezTo>
                      <a:pt x="2810748" y="249174"/>
                      <a:pt x="2821504" y="247638"/>
                      <a:pt x="2830994" y="249091"/>
                    </a:cubicBezTo>
                    <a:cubicBezTo>
                      <a:pt x="2934354" y="264045"/>
                      <a:pt x="3032340" y="255254"/>
                      <a:pt x="3129084" y="242009"/>
                    </a:cubicBezTo>
                    <a:cubicBezTo>
                      <a:pt x="3139090" y="240625"/>
                      <a:pt x="3151170" y="241831"/>
                      <a:pt x="3162162" y="242789"/>
                    </a:cubicBezTo>
                    <a:cubicBezTo>
                      <a:pt x="3192925" y="245736"/>
                      <a:pt x="3225969" y="254145"/>
                      <a:pt x="3254072" y="251612"/>
                    </a:cubicBezTo>
                    <a:cubicBezTo>
                      <a:pt x="3328782" y="244461"/>
                      <a:pt x="3402881" y="234992"/>
                      <a:pt x="3473491" y="221903"/>
                    </a:cubicBezTo>
                    <a:cubicBezTo>
                      <a:pt x="3545212" y="208683"/>
                      <a:pt x="3611651" y="197856"/>
                      <a:pt x="3691860" y="219228"/>
                    </a:cubicBezTo>
                    <a:cubicBezTo>
                      <a:pt x="3725977" y="228268"/>
                      <a:pt x="3771754" y="225515"/>
                      <a:pt x="3811494" y="225691"/>
                    </a:cubicBezTo>
                    <a:cubicBezTo>
                      <a:pt x="3840564" y="225687"/>
                      <a:pt x="3868906" y="218586"/>
                      <a:pt x="3897533" y="220087"/>
                    </a:cubicBezTo>
                    <a:cubicBezTo>
                      <a:pt x="3973874" y="224087"/>
                      <a:pt x="4042293" y="217563"/>
                      <a:pt x="4109430" y="200477"/>
                    </a:cubicBezTo>
                    <a:cubicBezTo>
                      <a:pt x="4135544" y="193834"/>
                      <a:pt x="4175268" y="201258"/>
                      <a:pt x="4208772" y="200914"/>
                    </a:cubicBezTo>
                    <a:cubicBezTo>
                      <a:pt x="4244136" y="200288"/>
                      <a:pt x="4280583" y="199908"/>
                      <a:pt x="4314641" y="196159"/>
                    </a:cubicBezTo>
                    <a:cubicBezTo>
                      <a:pt x="4402743" y="186278"/>
                      <a:pt x="4489848" y="174436"/>
                      <a:pt x="4577622" y="163774"/>
                    </a:cubicBezTo>
                    <a:cubicBezTo>
                      <a:pt x="4649843" y="154967"/>
                      <a:pt x="4719794" y="168553"/>
                      <a:pt x="4790345" y="177592"/>
                    </a:cubicBezTo>
                    <a:cubicBezTo>
                      <a:pt x="4834576" y="183345"/>
                      <a:pt x="4875614" y="193701"/>
                      <a:pt x="4926164" y="184139"/>
                    </a:cubicBezTo>
                    <a:cubicBezTo>
                      <a:pt x="4974485" y="175032"/>
                      <a:pt x="5034899" y="180870"/>
                      <a:pt x="5088812" y="177401"/>
                    </a:cubicBezTo>
                    <a:cubicBezTo>
                      <a:pt x="5134238" y="174439"/>
                      <a:pt x="5178353" y="168165"/>
                      <a:pt x="5222466" y="162082"/>
                    </a:cubicBezTo>
                    <a:cubicBezTo>
                      <a:pt x="5282519" y="153783"/>
                      <a:pt x="5341864" y="144876"/>
                      <a:pt x="5406528" y="153987"/>
                    </a:cubicBezTo>
                    <a:cubicBezTo>
                      <a:pt x="5479960" y="164323"/>
                      <a:pt x="5531876" y="142624"/>
                      <a:pt x="5590716" y="129490"/>
                    </a:cubicBezTo>
                    <a:cubicBezTo>
                      <a:pt x="5631296" y="120553"/>
                      <a:pt x="5675395" y="114659"/>
                      <a:pt x="5719429" y="110099"/>
                    </a:cubicBezTo>
                    <a:cubicBezTo>
                      <a:pt x="5778247" y="104215"/>
                      <a:pt x="5838715" y="102042"/>
                      <a:pt x="5897895" y="96368"/>
                    </a:cubicBezTo>
                    <a:cubicBezTo>
                      <a:pt x="5987399" y="87895"/>
                      <a:pt x="6077855" y="82333"/>
                      <a:pt x="6169957" y="94411"/>
                    </a:cubicBezTo>
                    <a:cubicBezTo>
                      <a:pt x="6212360" y="99875"/>
                      <a:pt x="6252010" y="101763"/>
                      <a:pt x="6294827" y="99236"/>
                    </a:cubicBezTo>
                    <a:cubicBezTo>
                      <a:pt x="6364965" y="95091"/>
                      <a:pt x="6436581" y="97891"/>
                      <a:pt x="6494261" y="71724"/>
                    </a:cubicBezTo>
                    <a:cubicBezTo>
                      <a:pt x="6514615" y="62488"/>
                      <a:pt x="6550354" y="61691"/>
                      <a:pt x="6579627" y="57883"/>
                    </a:cubicBezTo>
                    <a:cubicBezTo>
                      <a:pt x="6613354" y="53353"/>
                      <a:pt x="6637770" y="57878"/>
                      <a:pt x="6654800" y="77086"/>
                    </a:cubicBezTo>
                    <a:cubicBezTo>
                      <a:pt x="6662444" y="85688"/>
                      <a:pt x="6685147" y="94892"/>
                      <a:pt x="6703059" y="97166"/>
                    </a:cubicBezTo>
                    <a:cubicBezTo>
                      <a:pt x="6756799" y="103989"/>
                      <a:pt x="6806654" y="100687"/>
                      <a:pt x="6859445" y="90481"/>
                    </a:cubicBezTo>
                    <a:cubicBezTo>
                      <a:pt x="6908894" y="80861"/>
                      <a:pt x="6969747" y="85387"/>
                      <a:pt x="7025414" y="83536"/>
                    </a:cubicBezTo>
                    <a:cubicBezTo>
                      <a:pt x="7064862" y="82168"/>
                      <a:pt x="7104501" y="77186"/>
                      <a:pt x="7144137" y="79264"/>
                    </a:cubicBezTo>
                    <a:cubicBezTo>
                      <a:pt x="7193316" y="81841"/>
                      <a:pt x="7241809" y="90488"/>
                      <a:pt x="7291235" y="95367"/>
                    </a:cubicBezTo>
                    <a:cubicBezTo>
                      <a:pt x="7329668" y="99288"/>
                      <a:pt x="7368978" y="100585"/>
                      <a:pt x="7407395" y="104888"/>
                    </a:cubicBezTo>
                    <a:cubicBezTo>
                      <a:pt x="7438868" y="108256"/>
                      <a:pt x="7469832" y="114265"/>
                      <a:pt x="7500837" y="119515"/>
                    </a:cubicBezTo>
                    <a:cubicBezTo>
                      <a:pt x="7512146" y="121444"/>
                      <a:pt x="7523255" y="127178"/>
                      <a:pt x="7533567" y="126955"/>
                    </a:cubicBezTo>
                    <a:cubicBezTo>
                      <a:pt x="7636025" y="124121"/>
                      <a:pt x="7707510" y="164497"/>
                      <a:pt x="7792910" y="185188"/>
                    </a:cubicBezTo>
                    <a:cubicBezTo>
                      <a:pt x="7882663" y="207063"/>
                      <a:pt x="7969001" y="237914"/>
                      <a:pt x="8070699" y="235423"/>
                    </a:cubicBezTo>
                    <a:cubicBezTo>
                      <a:pt x="8132239" y="233879"/>
                      <a:pt x="8191903" y="225939"/>
                      <a:pt x="8253177" y="222473"/>
                    </a:cubicBezTo>
                    <a:cubicBezTo>
                      <a:pt x="8274949" y="221324"/>
                      <a:pt x="8299150" y="222976"/>
                      <a:pt x="8320683" y="226393"/>
                    </a:cubicBezTo>
                    <a:cubicBezTo>
                      <a:pt x="8424731" y="242340"/>
                      <a:pt x="8527777" y="249266"/>
                      <a:pt x="8631438" y="237528"/>
                    </a:cubicBezTo>
                    <a:cubicBezTo>
                      <a:pt x="8649201" y="235596"/>
                      <a:pt x="8668058" y="233915"/>
                      <a:pt x="8686410" y="234877"/>
                    </a:cubicBezTo>
                    <a:cubicBezTo>
                      <a:pt x="8786966" y="240146"/>
                      <a:pt x="8885480" y="249315"/>
                      <a:pt x="8980658" y="273001"/>
                    </a:cubicBezTo>
                    <a:cubicBezTo>
                      <a:pt x="9012626" y="280972"/>
                      <a:pt x="9052108" y="279035"/>
                      <a:pt x="9087625" y="282423"/>
                    </a:cubicBezTo>
                    <a:cubicBezTo>
                      <a:pt x="9120583" y="285484"/>
                      <a:pt x="9154319" y="287825"/>
                      <a:pt x="9186017" y="293875"/>
                    </a:cubicBezTo>
                    <a:cubicBezTo>
                      <a:pt x="9232288" y="302785"/>
                      <a:pt x="9275554" y="305815"/>
                      <a:pt x="9323931" y="302628"/>
                    </a:cubicBezTo>
                    <a:cubicBezTo>
                      <a:pt x="9370084" y="299705"/>
                      <a:pt x="9419491" y="304964"/>
                      <a:pt x="9467213" y="307275"/>
                    </a:cubicBezTo>
                    <a:cubicBezTo>
                      <a:pt x="9520438" y="309874"/>
                      <a:pt x="9573661" y="312473"/>
                      <a:pt x="9626826" y="316213"/>
                    </a:cubicBezTo>
                    <a:cubicBezTo>
                      <a:pt x="9648094" y="317708"/>
                      <a:pt x="9671915" y="326588"/>
                      <a:pt x="9689696" y="324467"/>
                    </a:cubicBezTo>
                    <a:cubicBezTo>
                      <a:pt x="9747117" y="317175"/>
                      <a:pt x="9803355" y="332523"/>
                      <a:pt x="9860526" y="329986"/>
                    </a:cubicBezTo>
                    <a:cubicBezTo>
                      <a:pt x="9888572" y="328594"/>
                      <a:pt x="9919723" y="338048"/>
                      <a:pt x="9949775" y="340386"/>
                    </a:cubicBezTo>
                    <a:cubicBezTo>
                      <a:pt x="9998886" y="344296"/>
                      <a:pt x="10048092" y="346302"/>
                      <a:pt x="10097252" y="349262"/>
                    </a:cubicBezTo>
                    <a:cubicBezTo>
                      <a:pt x="10113390" y="350297"/>
                      <a:pt x="10129133" y="351886"/>
                      <a:pt x="10145261" y="353113"/>
                    </a:cubicBezTo>
                    <a:cubicBezTo>
                      <a:pt x="10159555" y="354243"/>
                      <a:pt x="10174512" y="356743"/>
                      <a:pt x="10188159" y="356124"/>
                    </a:cubicBezTo>
                    <a:cubicBezTo>
                      <a:pt x="10237589" y="353944"/>
                      <a:pt x="10286441" y="348682"/>
                      <a:pt x="10336144" y="348235"/>
                    </a:cubicBezTo>
                    <a:cubicBezTo>
                      <a:pt x="10379222" y="347822"/>
                      <a:pt x="10423443" y="353764"/>
                      <a:pt x="10466847" y="354131"/>
                    </a:cubicBezTo>
                    <a:cubicBezTo>
                      <a:pt x="10543353" y="354898"/>
                      <a:pt x="10619988" y="353190"/>
                      <a:pt x="10696514" y="353575"/>
                    </a:cubicBezTo>
                    <a:cubicBezTo>
                      <a:pt x="10713071" y="353680"/>
                      <a:pt x="10730069" y="359342"/>
                      <a:pt x="10746932" y="360606"/>
                    </a:cubicBezTo>
                    <a:cubicBezTo>
                      <a:pt x="10799731" y="364326"/>
                      <a:pt x="10852569" y="367289"/>
                      <a:pt x="10905388" y="370627"/>
                    </a:cubicBezTo>
                    <a:cubicBezTo>
                      <a:pt x="10935470" y="372396"/>
                      <a:pt x="10965963" y="373421"/>
                      <a:pt x="10995602" y="376691"/>
                    </a:cubicBezTo>
                    <a:cubicBezTo>
                      <a:pt x="11034750" y="381032"/>
                      <a:pt x="11070168" y="386324"/>
                      <a:pt x="11107647" y="373405"/>
                    </a:cubicBezTo>
                    <a:cubicBezTo>
                      <a:pt x="11165372" y="353347"/>
                      <a:pt x="11236837" y="366060"/>
                      <a:pt x="11302440" y="364156"/>
                    </a:cubicBezTo>
                    <a:cubicBezTo>
                      <a:pt x="11319394" y="363708"/>
                      <a:pt x="11336655" y="364422"/>
                      <a:pt x="11353613" y="363785"/>
                    </a:cubicBezTo>
                    <a:cubicBezTo>
                      <a:pt x="11384961" y="362566"/>
                      <a:pt x="11415955" y="360947"/>
                      <a:pt x="11447323" y="359346"/>
                    </a:cubicBezTo>
                    <a:cubicBezTo>
                      <a:pt x="11452855" y="359066"/>
                      <a:pt x="11459104" y="359200"/>
                      <a:pt x="11464292" y="358519"/>
                    </a:cubicBezTo>
                    <a:cubicBezTo>
                      <a:pt x="11512058" y="353010"/>
                      <a:pt x="11559143" y="346321"/>
                      <a:pt x="11607560" y="342370"/>
                    </a:cubicBezTo>
                    <a:cubicBezTo>
                      <a:pt x="11631218" y="340368"/>
                      <a:pt x="11657295" y="341352"/>
                      <a:pt x="11681426" y="344335"/>
                    </a:cubicBezTo>
                    <a:cubicBezTo>
                      <a:pt x="11751997" y="352993"/>
                      <a:pt x="11821986" y="358760"/>
                      <a:pt x="11893565" y="355261"/>
                    </a:cubicBezTo>
                    <a:cubicBezTo>
                      <a:pt x="11921973" y="353889"/>
                      <a:pt x="11953288" y="360300"/>
                      <a:pt x="11983290" y="363588"/>
                    </a:cubicBezTo>
                    <a:lnTo>
                      <a:pt x="12192000" y="388018"/>
                    </a:lnTo>
                    <a:lnTo>
                      <a:pt x="12192000" y="577115"/>
                    </a:lnTo>
                    <a:lnTo>
                      <a:pt x="12157329" y="588862"/>
                    </a:lnTo>
                    <a:cubicBezTo>
                      <a:pt x="12118393" y="608572"/>
                      <a:pt x="12109715" y="605637"/>
                      <a:pt x="12066948" y="586034"/>
                    </a:cubicBezTo>
                    <a:cubicBezTo>
                      <a:pt x="12016991" y="563193"/>
                      <a:pt x="11965119" y="541779"/>
                      <a:pt x="11911344" y="521599"/>
                    </a:cubicBezTo>
                    <a:cubicBezTo>
                      <a:pt x="11894383" y="515178"/>
                      <a:pt x="11869417" y="514060"/>
                      <a:pt x="11847823" y="511785"/>
                    </a:cubicBezTo>
                    <a:cubicBezTo>
                      <a:pt x="11811233" y="507768"/>
                      <a:pt x="11773630" y="501982"/>
                      <a:pt x="11737547" y="502380"/>
                    </a:cubicBezTo>
                    <a:cubicBezTo>
                      <a:pt x="11702930" y="502855"/>
                      <a:pt x="11668388" y="508866"/>
                      <a:pt x="11636052" y="514993"/>
                    </a:cubicBezTo>
                    <a:cubicBezTo>
                      <a:pt x="11545722" y="532199"/>
                      <a:pt x="11462455" y="555118"/>
                      <a:pt x="11394706" y="590867"/>
                    </a:cubicBezTo>
                    <a:cubicBezTo>
                      <a:pt x="11385999" y="595562"/>
                      <a:pt x="11369016" y="596581"/>
                      <a:pt x="11354978" y="597561"/>
                    </a:cubicBezTo>
                    <a:cubicBezTo>
                      <a:pt x="11332076" y="599224"/>
                      <a:pt x="11308448" y="600655"/>
                      <a:pt x="11285306" y="599825"/>
                    </a:cubicBezTo>
                    <a:cubicBezTo>
                      <a:pt x="11172906" y="595841"/>
                      <a:pt x="11083430" y="617861"/>
                      <a:pt x="11008528" y="656670"/>
                    </a:cubicBezTo>
                    <a:cubicBezTo>
                      <a:pt x="10986971" y="667750"/>
                      <a:pt x="10970753" y="668236"/>
                      <a:pt x="10948735" y="652964"/>
                    </a:cubicBezTo>
                    <a:cubicBezTo>
                      <a:pt x="10923173" y="635218"/>
                      <a:pt x="10885031" y="639705"/>
                      <a:pt x="10850698" y="641721"/>
                    </a:cubicBezTo>
                    <a:cubicBezTo>
                      <a:pt x="10815269" y="643680"/>
                      <a:pt x="10779458" y="645811"/>
                      <a:pt x="10744026" y="647769"/>
                    </a:cubicBezTo>
                    <a:cubicBezTo>
                      <a:pt x="10717832" y="649066"/>
                      <a:pt x="10692021" y="650003"/>
                      <a:pt x="10666160" y="651891"/>
                    </a:cubicBezTo>
                    <a:cubicBezTo>
                      <a:pt x="10585627" y="657783"/>
                      <a:pt x="10513854" y="650969"/>
                      <a:pt x="10450521" y="616552"/>
                    </a:cubicBezTo>
                    <a:cubicBezTo>
                      <a:pt x="10402221" y="590175"/>
                      <a:pt x="10339099" y="579806"/>
                      <a:pt x="10271192" y="583498"/>
                    </a:cubicBezTo>
                    <a:cubicBezTo>
                      <a:pt x="10262701" y="584006"/>
                      <a:pt x="10251859" y="587254"/>
                      <a:pt x="10246067" y="585423"/>
                    </a:cubicBezTo>
                    <a:cubicBezTo>
                      <a:pt x="10158786" y="558528"/>
                      <a:pt x="10086634" y="594049"/>
                      <a:pt x="10005027" y="592252"/>
                    </a:cubicBezTo>
                    <a:cubicBezTo>
                      <a:pt x="9969004" y="591507"/>
                      <a:pt x="9931565" y="603664"/>
                      <a:pt x="9898681" y="613195"/>
                    </a:cubicBezTo>
                    <a:cubicBezTo>
                      <a:pt x="9853463" y="626281"/>
                      <a:pt x="9813049" y="639042"/>
                      <a:pt x="9753225" y="629038"/>
                    </a:cubicBezTo>
                    <a:cubicBezTo>
                      <a:pt x="9693404" y="618845"/>
                      <a:pt x="9637675" y="628898"/>
                      <a:pt x="9591376" y="648601"/>
                    </a:cubicBezTo>
                    <a:cubicBezTo>
                      <a:pt x="9556001" y="663537"/>
                      <a:pt x="9518120" y="663077"/>
                      <a:pt x="9472860" y="655936"/>
                    </a:cubicBezTo>
                    <a:cubicBezTo>
                      <a:pt x="9416283" y="647056"/>
                      <a:pt x="9357217" y="643578"/>
                      <a:pt x="9299788" y="636945"/>
                    </a:cubicBezTo>
                    <a:cubicBezTo>
                      <a:pt x="9287347" y="635531"/>
                      <a:pt x="9271710" y="632039"/>
                      <a:pt x="9264605" y="627087"/>
                    </a:cubicBezTo>
                    <a:cubicBezTo>
                      <a:pt x="9177661" y="565680"/>
                      <a:pt x="9051076" y="558473"/>
                      <a:pt x="8926435" y="549269"/>
                    </a:cubicBezTo>
                    <a:cubicBezTo>
                      <a:pt x="8850925" y="543595"/>
                      <a:pt x="8774954" y="539613"/>
                      <a:pt x="8698934" y="536583"/>
                    </a:cubicBezTo>
                    <a:cubicBezTo>
                      <a:pt x="8673232" y="535428"/>
                      <a:pt x="8645916" y="537050"/>
                      <a:pt x="8622862" y="541563"/>
                    </a:cubicBezTo>
                    <a:cubicBezTo>
                      <a:pt x="8574890" y="551069"/>
                      <a:pt x="8530403" y="564380"/>
                      <a:pt x="8482784" y="574094"/>
                    </a:cubicBezTo>
                    <a:cubicBezTo>
                      <a:pt x="8464923" y="577929"/>
                      <a:pt x="8442157" y="576927"/>
                      <a:pt x="8421565" y="576610"/>
                    </a:cubicBezTo>
                    <a:cubicBezTo>
                      <a:pt x="8385152" y="576229"/>
                      <a:pt x="8345023" y="569546"/>
                      <a:pt x="8313469" y="574762"/>
                    </a:cubicBezTo>
                    <a:cubicBezTo>
                      <a:pt x="8231431" y="588203"/>
                      <a:pt x="8155671" y="580227"/>
                      <a:pt x="8079520" y="558685"/>
                    </a:cubicBezTo>
                    <a:cubicBezTo>
                      <a:pt x="7972906" y="528487"/>
                      <a:pt x="7870782" y="525043"/>
                      <a:pt x="7773327" y="558854"/>
                    </a:cubicBezTo>
                    <a:cubicBezTo>
                      <a:pt x="7729470" y="574107"/>
                      <a:pt x="7688069" y="563543"/>
                      <a:pt x="7652477" y="547561"/>
                    </a:cubicBezTo>
                    <a:cubicBezTo>
                      <a:pt x="7611494" y="529005"/>
                      <a:pt x="7570974" y="522685"/>
                      <a:pt x="7522274" y="532150"/>
                    </a:cubicBezTo>
                    <a:cubicBezTo>
                      <a:pt x="7511488" y="534257"/>
                      <a:pt x="7496511" y="532136"/>
                      <a:pt x="7484080" y="530532"/>
                    </a:cubicBezTo>
                    <a:cubicBezTo>
                      <a:pt x="7413133" y="522044"/>
                      <a:pt x="7341987" y="510303"/>
                      <a:pt x="7282277" y="540177"/>
                    </a:cubicBezTo>
                    <a:cubicBezTo>
                      <a:pt x="7270558" y="546051"/>
                      <a:pt x="7251336" y="547713"/>
                      <a:pt x="7235690" y="551282"/>
                    </a:cubicBezTo>
                    <a:cubicBezTo>
                      <a:pt x="7170161" y="565782"/>
                      <a:pt x="7172820" y="564203"/>
                      <a:pt x="7116339" y="539494"/>
                    </a:cubicBezTo>
                    <a:cubicBezTo>
                      <a:pt x="7086841" y="526502"/>
                      <a:pt x="7045980" y="512724"/>
                      <a:pt x="7011067" y="511848"/>
                    </a:cubicBezTo>
                    <a:cubicBezTo>
                      <a:pt x="6800473" y="506533"/>
                      <a:pt x="6601893" y="468653"/>
                      <a:pt x="6403234" y="432296"/>
                    </a:cubicBezTo>
                    <a:cubicBezTo>
                      <a:pt x="6280760" y="409851"/>
                      <a:pt x="6160432" y="402592"/>
                      <a:pt x="6036273" y="412301"/>
                    </a:cubicBezTo>
                    <a:cubicBezTo>
                      <a:pt x="5946471" y="419425"/>
                      <a:pt x="5863077" y="395593"/>
                      <a:pt x="5780467" y="377910"/>
                    </a:cubicBezTo>
                    <a:cubicBezTo>
                      <a:pt x="5763357" y="374343"/>
                      <a:pt x="5747757" y="363033"/>
                      <a:pt x="5739051" y="353609"/>
                    </a:cubicBezTo>
                    <a:cubicBezTo>
                      <a:pt x="5707675" y="320294"/>
                      <a:pt x="5653252" y="312483"/>
                      <a:pt x="5583566" y="321995"/>
                    </a:cubicBezTo>
                    <a:cubicBezTo>
                      <a:pt x="5528347" y="329404"/>
                      <a:pt x="5477716" y="340486"/>
                      <a:pt x="5432030" y="362512"/>
                    </a:cubicBezTo>
                    <a:cubicBezTo>
                      <a:pt x="5378421" y="388318"/>
                      <a:pt x="5322767" y="418026"/>
                      <a:pt x="5241398" y="425781"/>
                    </a:cubicBezTo>
                    <a:cubicBezTo>
                      <a:pt x="5206262" y="429089"/>
                      <a:pt x="5176131" y="428273"/>
                      <a:pt x="5139710" y="421022"/>
                    </a:cubicBezTo>
                    <a:cubicBezTo>
                      <a:pt x="5069048" y="407018"/>
                      <a:pt x="4997864" y="396037"/>
                      <a:pt x="4929402" y="424310"/>
                    </a:cubicBezTo>
                    <a:cubicBezTo>
                      <a:pt x="4891785" y="439890"/>
                      <a:pt x="4841650" y="448519"/>
                      <a:pt x="4782793" y="441046"/>
                    </a:cubicBezTo>
                    <a:cubicBezTo>
                      <a:pt x="4709316" y="431663"/>
                      <a:pt x="4641426" y="442031"/>
                      <a:pt x="4577594" y="459290"/>
                    </a:cubicBezTo>
                    <a:cubicBezTo>
                      <a:pt x="4554816" y="465538"/>
                      <a:pt x="4527069" y="468279"/>
                      <a:pt x="4500826" y="470529"/>
                    </a:cubicBezTo>
                    <a:cubicBezTo>
                      <a:pt x="4440199" y="475746"/>
                      <a:pt x="4379252" y="479993"/>
                      <a:pt x="4317973" y="483649"/>
                    </a:cubicBezTo>
                    <a:cubicBezTo>
                      <a:pt x="4267762" y="486741"/>
                      <a:pt x="4217264" y="488292"/>
                      <a:pt x="4166722" y="490602"/>
                    </a:cubicBezTo>
                    <a:cubicBezTo>
                      <a:pt x="4111394" y="493045"/>
                      <a:pt x="4067073" y="503124"/>
                      <a:pt x="4042814" y="530660"/>
                    </a:cubicBezTo>
                    <a:cubicBezTo>
                      <a:pt x="4034996" y="539407"/>
                      <a:pt x="4017001" y="545715"/>
                      <a:pt x="4002653" y="552594"/>
                    </a:cubicBezTo>
                    <a:cubicBezTo>
                      <a:pt x="3992459" y="557592"/>
                      <a:pt x="3979023" y="561086"/>
                      <a:pt x="3969549" y="566312"/>
                    </a:cubicBezTo>
                    <a:cubicBezTo>
                      <a:pt x="3919896" y="593854"/>
                      <a:pt x="3870968" y="621622"/>
                      <a:pt x="3821685" y="649183"/>
                    </a:cubicBezTo>
                    <a:cubicBezTo>
                      <a:pt x="3816761" y="651788"/>
                      <a:pt x="3811445" y="654943"/>
                      <a:pt x="3805138" y="655947"/>
                    </a:cubicBezTo>
                    <a:cubicBezTo>
                      <a:pt x="3739817" y="666451"/>
                      <a:pt x="3673801" y="676154"/>
                      <a:pt x="3609177" y="687459"/>
                    </a:cubicBezTo>
                    <a:cubicBezTo>
                      <a:pt x="3584288" y="691878"/>
                      <a:pt x="3558597" y="697589"/>
                      <a:pt x="3539727" y="706521"/>
                    </a:cubicBezTo>
                    <a:cubicBezTo>
                      <a:pt x="3496714" y="726780"/>
                      <a:pt x="3457268" y="749132"/>
                      <a:pt x="3396572" y="755681"/>
                    </a:cubicBezTo>
                    <a:cubicBezTo>
                      <a:pt x="3378807" y="757611"/>
                      <a:pt x="3357809" y="758036"/>
                      <a:pt x="3341054" y="754679"/>
                    </a:cubicBezTo>
                    <a:cubicBezTo>
                      <a:pt x="3272962" y="740809"/>
                      <a:pt x="3206471" y="724541"/>
                      <a:pt x="3138775" y="710120"/>
                    </a:cubicBezTo>
                    <a:cubicBezTo>
                      <a:pt x="3095820" y="701191"/>
                      <a:pt x="3056969" y="691141"/>
                      <a:pt x="3037283" y="666453"/>
                    </a:cubicBezTo>
                    <a:cubicBezTo>
                      <a:pt x="3031764" y="659487"/>
                      <a:pt x="3015626" y="651391"/>
                      <a:pt x="3002117" y="649347"/>
                    </a:cubicBezTo>
                    <a:cubicBezTo>
                      <a:pt x="2915220" y="636209"/>
                      <a:pt x="2829194" y="627503"/>
                      <a:pt x="2747294" y="652400"/>
                    </a:cubicBezTo>
                    <a:cubicBezTo>
                      <a:pt x="2730084" y="657794"/>
                      <a:pt x="2698519" y="656140"/>
                      <a:pt x="2676273" y="652304"/>
                    </a:cubicBezTo>
                    <a:cubicBezTo>
                      <a:pt x="2590546" y="637890"/>
                      <a:pt x="2508883" y="630176"/>
                      <a:pt x="2432360" y="657836"/>
                    </a:cubicBezTo>
                    <a:cubicBezTo>
                      <a:pt x="2423352" y="661179"/>
                      <a:pt x="2395274" y="656272"/>
                      <a:pt x="2382311" y="650824"/>
                    </a:cubicBezTo>
                    <a:cubicBezTo>
                      <a:pt x="2257393" y="597728"/>
                      <a:pt x="2187724" y="592930"/>
                      <a:pt x="2055134" y="630053"/>
                    </a:cubicBezTo>
                    <a:cubicBezTo>
                      <a:pt x="2046542" y="632464"/>
                      <a:pt x="2035364" y="635121"/>
                      <a:pt x="2031829" y="639324"/>
                    </a:cubicBezTo>
                    <a:cubicBezTo>
                      <a:pt x="2007977" y="666120"/>
                      <a:pt x="1960229" y="664380"/>
                      <a:pt x="1912764" y="664183"/>
                    </a:cubicBezTo>
                    <a:cubicBezTo>
                      <a:pt x="1860521" y="663924"/>
                      <a:pt x="1808236" y="664426"/>
                      <a:pt x="1755637" y="663960"/>
                    </a:cubicBezTo>
                    <a:cubicBezTo>
                      <a:pt x="1746439" y="663859"/>
                      <a:pt x="1736243" y="661799"/>
                      <a:pt x="1727159" y="659605"/>
                    </a:cubicBezTo>
                    <a:cubicBezTo>
                      <a:pt x="1692256" y="651480"/>
                      <a:pt x="1658604" y="640559"/>
                      <a:pt x="1622470" y="634850"/>
                    </a:cubicBezTo>
                    <a:cubicBezTo>
                      <a:pt x="1544362" y="622552"/>
                      <a:pt x="1469248" y="602210"/>
                      <a:pt x="1385955" y="604522"/>
                    </a:cubicBezTo>
                    <a:cubicBezTo>
                      <a:pt x="1371585" y="604913"/>
                      <a:pt x="1355357" y="598530"/>
                      <a:pt x="1340055" y="595629"/>
                    </a:cubicBezTo>
                    <a:cubicBezTo>
                      <a:pt x="1312351" y="590552"/>
                      <a:pt x="1285460" y="583993"/>
                      <a:pt x="1257271" y="581180"/>
                    </a:cubicBezTo>
                    <a:cubicBezTo>
                      <a:pt x="1182583" y="573830"/>
                      <a:pt x="1107142" y="566824"/>
                      <a:pt x="1031914" y="562692"/>
                    </a:cubicBezTo>
                    <a:cubicBezTo>
                      <a:pt x="995593" y="560597"/>
                      <a:pt x="958880" y="565923"/>
                      <a:pt x="922031" y="566853"/>
                    </a:cubicBezTo>
                    <a:cubicBezTo>
                      <a:pt x="905446" y="567320"/>
                      <a:pt x="878533" y="568199"/>
                      <a:pt x="873250" y="563724"/>
                    </a:cubicBezTo>
                    <a:cubicBezTo>
                      <a:pt x="832343" y="529722"/>
                      <a:pt x="772202" y="532674"/>
                      <a:pt x="711627" y="529880"/>
                    </a:cubicBezTo>
                    <a:cubicBezTo>
                      <a:pt x="577999" y="523641"/>
                      <a:pt x="447408" y="543696"/>
                      <a:pt x="311112" y="525106"/>
                    </a:cubicBezTo>
                    <a:cubicBezTo>
                      <a:pt x="271645" y="519795"/>
                      <a:pt x="226936" y="530235"/>
                      <a:pt x="184145" y="532188"/>
                    </a:cubicBezTo>
                    <a:cubicBezTo>
                      <a:pt x="162015" y="533128"/>
                      <a:pt x="137665" y="534333"/>
                      <a:pt x="116886" y="530572"/>
                    </a:cubicBezTo>
                    <a:cubicBezTo>
                      <a:pt x="84810" y="524693"/>
                      <a:pt x="54011" y="515448"/>
                      <a:pt x="23941" y="506433"/>
                    </a:cubicBezTo>
                    <a:lnTo>
                      <a:pt x="0" y="50214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524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CF381137-65FE-20F0-4AFA-D775D7F94D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959818"/>
                <a:ext cx="12192000" cy="757168"/>
              </a:xfrm>
              <a:custGeom>
                <a:avLst/>
                <a:gdLst>
                  <a:gd name="connsiteX0" fmla="*/ 0 w 12192000"/>
                  <a:gd name="connsiteY0" fmla="*/ 0 h 757168"/>
                  <a:gd name="connsiteX1" fmla="*/ 41653 w 12192000"/>
                  <a:gd name="connsiteY1" fmla="*/ 6945 h 757168"/>
                  <a:gd name="connsiteX2" fmla="*/ 81317 w 12192000"/>
                  <a:gd name="connsiteY2" fmla="*/ 15509 h 757168"/>
                  <a:gd name="connsiteX3" fmla="*/ 114150 w 12192000"/>
                  <a:gd name="connsiteY3" fmla="*/ 28105 h 757168"/>
                  <a:gd name="connsiteX4" fmla="*/ 214865 w 12192000"/>
                  <a:gd name="connsiteY4" fmla="*/ 58374 h 757168"/>
                  <a:gd name="connsiteX5" fmla="*/ 299237 w 12192000"/>
                  <a:gd name="connsiteY5" fmla="*/ 63560 h 757168"/>
                  <a:gd name="connsiteX6" fmla="*/ 415570 w 12192000"/>
                  <a:gd name="connsiteY6" fmla="*/ 83774 h 757168"/>
                  <a:gd name="connsiteX7" fmla="*/ 633210 w 12192000"/>
                  <a:gd name="connsiteY7" fmla="*/ 109108 h 757168"/>
                  <a:gd name="connsiteX8" fmla="*/ 677567 w 12192000"/>
                  <a:gd name="connsiteY8" fmla="*/ 119446 h 757168"/>
                  <a:gd name="connsiteX9" fmla="*/ 946429 w 12192000"/>
                  <a:gd name="connsiteY9" fmla="*/ 171502 h 757168"/>
                  <a:gd name="connsiteX10" fmla="*/ 1163367 w 12192000"/>
                  <a:gd name="connsiteY10" fmla="*/ 182106 h 757168"/>
                  <a:gd name="connsiteX11" fmla="*/ 1180337 w 12192000"/>
                  <a:gd name="connsiteY11" fmla="*/ 181279 h 757168"/>
                  <a:gd name="connsiteX12" fmla="*/ 1263939 w 12192000"/>
                  <a:gd name="connsiteY12" fmla="*/ 173070 h 757168"/>
                  <a:gd name="connsiteX13" fmla="*/ 1392213 w 12192000"/>
                  <a:gd name="connsiteY13" fmla="*/ 183225 h 757168"/>
                  <a:gd name="connsiteX14" fmla="*/ 1479752 w 12192000"/>
                  <a:gd name="connsiteY14" fmla="*/ 205174 h 757168"/>
                  <a:gd name="connsiteX15" fmla="*/ 1589813 w 12192000"/>
                  <a:gd name="connsiteY15" fmla="*/ 211706 h 757168"/>
                  <a:gd name="connsiteX16" fmla="*/ 1716264 w 12192000"/>
                  <a:gd name="connsiteY16" fmla="*/ 207459 h 757168"/>
                  <a:gd name="connsiteX17" fmla="*/ 1772900 w 12192000"/>
                  <a:gd name="connsiteY17" fmla="*/ 208137 h 757168"/>
                  <a:gd name="connsiteX18" fmla="*/ 1929319 w 12192000"/>
                  <a:gd name="connsiteY18" fmla="*/ 193822 h 757168"/>
                  <a:gd name="connsiteX19" fmla="*/ 2021514 w 12192000"/>
                  <a:gd name="connsiteY19" fmla="*/ 204186 h 757168"/>
                  <a:gd name="connsiteX20" fmla="*/ 2111753 w 12192000"/>
                  <a:gd name="connsiteY20" fmla="*/ 223797 h 757168"/>
                  <a:gd name="connsiteX21" fmla="*/ 2169356 w 12192000"/>
                  <a:gd name="connsiteY21" fmla="*/ 241125 h 757168"/>
                  <a:gd name="connsiteX22" fmla="*/ 2286638 w 12192000"/>
                  <a:gd name="connsiteY22" fmla="*/ 257382 h 757168"/>
                  <a:gd name="connsiteX23" fmla="*/ 2308368 w 12192000"/>
                  <a:gd name="connsiteY23" fmla="*/ 256995 h 757168"/>
                  <a:gd name="connsiteX24" fmla="*/ 2660621 w 12192000"/>
                  <a:gd name="connsiteY24" fmla="*/ 262863 h 757168"/>
                  <a:gd name="connsiteX25" fmla="*/ 2801134 w 12192000"/>
                  <a:gd name="connsiteY25" fmla="*/ 250006 h 757168"/>
                  <a:gd name="connsiteX26" fmla="*/ 2830994 w 12192000"/>
                  <a:gd name="connsiteY26" fmla="*/ 249091 h 757168"/>
                  <a:gd name="connsiteX27" fmla="*/ 3129084 w 12192000"/>
                  <a:gd name="connsiteY27" fmla="*/ 242009 h 757168"/>
                  <a:gd name="connsiteX28" fmla="*/ 3162162 w 12192000"/>
                  <a:gd name="connsiteY28" fmla="*/ 242789 h 757168"/>
                  <a:gd name="connsiteX29" fmla="*/ 3254072 w 12192000"/>
                  <a:gd name="connsiteY29" fmla="*/ 251612 h 757168"/>
                  <a:gd name="connsiteX30" fmla="*/ 3473491 w 12192000"/>
                  <a:gd name="connsiteY30" fmla="*/ 221903 h 757168"/>
                  <a:gd name="connsiteX31" fmla="*/ 3691860 w 12192000"/>
                  <a:gd name="connsiteY31" fmla="*/ 219228 h 757168"/>
                  <a:gd name="connsiteX32" fmla="*/ 3811494 w 12192000"/>
                  <a:gd name="connsiteY32" fmla="*/ 225691 h 757168"/>
                  <a:gd name="connsiteX33" fmla="*/ 3897533 w 12192000"/>
                  <a:gd name="connsiteY33" fmla="*/ 220087 h 757168"/>
                  <a:gd name="connsiteX34" fmla="*/ 4109430 w 12192000"/>
                  <a:gd name="connsiteY34" fmla="*/ 200477 h 757168"/>
                  <a:gd name="connsiteX35" fmla="*/ 4208772 w 12192000"/>
                  <a:gd name="connsiteY35" fmla="*/ 200914 h 757168"/>
                  <a:gd name="connsiteX36" fmla="*/ 4314641 w 12192000"/>
                  <a:gd name="connsiteY36" fmla="*/ 196159 h 757168"/>
                  <a:gd name="connsiteX37" fmla="*/ 4577622 w 12192000"/>
                  <a:gd name="connsiteY37" fmla="*/ 163774 h 757168"/>
                  <a:gd name="connsiteX38" fmla="*/ 4790345 w 12192000"/>
                  <a:gd name="connsiteY38" fmla="*/ 177592 h 757168"/>
                  <a:gd name="connsiteX39" fmla="*/ 4926164 w 12192000"/>
                  <a:gd name="connsiteY39" fmla="*/ 184139 h 757168"/>
                  <a:gd name="connsiteX40" fmla="*/ 5088812 w 12192000"/>
                  <a:gd name="connsiteY40" fmla="*/ 177401 h 757168"/>
                  <a:gd name="connsiteX41" fmla="*/ 5222466 w 12192000"/>
                  <a:gd name="connsiteY41" fmla="*/ 162082 h 757168"/>
                  <a:gd name="connsiteX42" fmla="*/ 5406528 w 12192000"/>
                  <a:gd name="connsiteY42" fmla="*/ 153987 h 757168"/>
                  <a:gd name="connsiteX43" fmla="*/ 5590716 w 12192000"/>
                  <a:gd name="connsiteY43" fmla="*/ 129490 h 757168"/>
                  <a:gd name="connsiteX44" fmla="*/ 5719429 w 12192000"/>
                  <a:gd name="connsiteY44" fmla="*/ 110099 h 757168"/>
                  <a:gd name="connsiteX45" fmla="*/ 5897895 w 12192000"/>
                  <a:gd name="connsiteY45" fmla="*/ 96368 h 757168"/>
                  <a:gd name="connsiteX46" fmla="*/ 6169957 w 12192000"/>
                  <a:gd name="connsiteY46" fmla="*/ 94411 h 757168"/>
                  <a:gd name="connsiteX47" fmla="*/ 6294827 w 12192000"/>
                  <a:gd name="connsiteY47" fmla="*/ 99236 h 757168"/>
                  <a:gd name="connsiteX48" fmla="*/ 6494261 w 12192000"/>
                  <a:gd name="connsiteY48" fmla="*/ 71724 h 757168"/>
                  <a:gd name="connsiteX49" fmla="*/ 6579627 w 12192000"/>
                  <a:gd name="connsiteY49" fmla="*/ 57883 h 757168"/>
                  <a:gd name="connsiteX50" fmla="*/ 6654800 w 12192000"/>
                  <a:gd name="connsiteY50" fmla="*/ 77086 h 757168"/>
                  <a:gd name="connsiteX51" fmla="*/ 6703059 w 12192000"/>
                  <a:gd name="connsiteY51" fmla="*/ 97166 h 757168"/>
                  <a:gd name="connsiteX52" fmla="*/ 6859445 w 12192000"/>
                  <a:gd name="connsiteY52" fmla="*/ 90481 h 757168"/>
                  <a:gd name="connsiteX53" fmla="*/ 7025414 w 12192000"/>
                  <a:gd name="connsiteY53" fmla="*/ 83536 h 757168"/>
                  <a:gd name="connsiteX54" fmla="*/ 7144137 w 12192000"/>
                  <a:gd name="connsiteY54" fmla="*/ 79264 h 757168"/>
                  <a:gd name="connsiteX55" fmla="*/ 7291235 w 12192000"/>
                  <a:gd name="connsiteY55" fmla="*/ 95367 h 757168"/>
                  <a:gd name="connsiteX56" fmla="*/ 7407395 w 12192000"/>
                  <a:gd name="connsiteY56" fmla="*/ 104888 h 757168"/>
                  <a:gd name="connsiteX57" fmla="*/ 7500837 w 12192000"/>
                  <a:gd name="connsiteY57" fmla="*/ 119515 h 757168"/>
                  <a:gd name="connsiteX58" fmla="*/ 7533567 w 12192000"/>
                  <a:gd name="connsiteY58" fmla="*/ 126955 h 757168"/>
                  <a:gd name="connsiteX59" fmla="*/ 7792910 w 12192000"/>
                  <a:gd name="connsiteY59" fmla="*/ 185188 h 757168"/>
                  <a:gd name="connsiteX60" fmla="*/ 8070699 w 12192000"/>
                  <a:gd name="connsiteY60" fmla="*/ 235423 h 757168"/>
                  <a:gd name="connsiteX61" fmla="*/ 8253177 w 12192000"/>
                  <a:gd name="connsiteY61" fmla="*/ 222473 h 757168"/>
                  <a:gd name="connsiteX62" fmla="*/ 8320683 w 12192000"/>
                  <a:gd name="connsiteY62" fmla="*/ 226393 h 757168"/>
                  <a:gd name="connsiteX63" fmla="*/ 8631438 w 12192000"/>
                  <a:gd name="connsiteY63" fmla="*/ 237528 h 757168"/>
                  <a:gd name="connsiteX64" fmla="*/ 8686410 w 12192000"/>
                  <a:gd name="connsiteY64" fmla="*/ 234877 h 757168"/>
                  <a:gd name="connsiteX65" fmla="*/ 8980658 w 12192000"/>
                  <a:gd name="connsiteY65" fmla="*/ 273001 h 757168"/>
                  <a:gd name="connsiteX66" fmla="*/ 9087625 w 12192000"/>
                  <a:gd name="connsiteY66" fmla="*/ 282423 h 757168"/>
                  <a:gd name="connsiteX67" fmla="*/ 9186017 w 12192000"/>
                  <a:gd name="connsiteY67" fmla="*/ 293875 h 757168"/>
                  <a:gd name="connsiteX68" fmla="*/ 9323931 w 12192000"/>
                  <a:gd name="connsiteY68" fmla="*/ 302628 h 757168"/>
                  <a:gd name="connsiteX69" fmla="*/ 9467213 w 12192000"/>
                  <a:gd name="connsiteY69" fmla="*/ 307275 h 757168"/>
                  <a:gd name="connsiteX70" fmla="*/ 9626826 w 12192000"/>
                  <a:gd name="connsiteY70" fmla="*/ 316213 h 757168"/>
                  <a:gd name="connsiteX71" fmla="*/ 9689696 w 12192000"/>
                  <a:gd name="connsiteY71" fmla="*/ 324467 h 757168"/>
                  <a:gd name="connsiteX72" fmla="*/ 9860526 w 12192000"/>
                  <a:gd name="connsiteY72" fmla="*/ 329986 h 757168"/>
                  <a:gd name="connsiteX73" fmla="*/ 9949775 w 12192000"/>
                  <a:gd name="connsiteY73" fmla="*/ 340386 h 757168"/>
                  <a:gd name="connsiteX74" fmla="*/ 10097252 w 12192000"/>
                  <a:gd name="connsiteY74" fmla="*/ 349262 h 757168"/>
                  <a:gd name="connsiteX75" fmla="*/ 10145261 w 12192000"/>
                  <a:gd name="connsiteY75" fmla="*/ 353113 h 757168"/>
                  <a:gd name="connsiteX76" fmla="*/ 10188159 w 12192000"/>
                  <a:gd name="connsiteY76" fmla="*/ 356124 h 757168"/>
                  <a:gd name="connsiteX77" fmla="*/ 10336144 w 12192000"/>
                  <a:gd name="connsiteY77" fmla="*/ 348235 h 757168"/>
                  <a:gd name="connsiteX78" fmla="*/ 10466847 w 12192000"/>
                  <a:gd name="connsiteY78" fmla="*/ 354131 h 757168"/>
                  <a:gd name="connsiteX79" fmla="*/ 10696514 w 12192000"/>
                  <a:gd name="connsiteY79" fmla="*/ 353575 h 757168"/>
                  <a:gd name="connsiteX80" fmla="*/ 10746932 w 12192000"/>
                  <a:gd name="connsiteY80" fmla="*/ 360606 h 757168"/>
                  <a:gd name="connsiteX81" fmla="*/ 10905388 w 12192000"/>
                  <a:gd name="connsiteY81" fmla="*/ 370627 h 757168"/>
                  <a:gd name="connsiteX82" fmla="*/ 10995602 w 12192000"/>
                  <a:gd name="connsiteY82" fmla="*/ 376691 h 757168"/>
                  <a:gd name="connsiteX83" fmla="*/ 11107647 w 12192000"/>
                  <a:gd name="connsiteY83" fmla="*/ 373405 h 757168"/>
                  <a:gd name="connsiteX84" fmla="*/ 11302440 w 12192000"/>
                  <a:gd name="connsiteY84" fmla="*/ 364156 h 757168"/>
                  <a:gd name="connsiteX85" fmla="*/ 11353613 w 12192000"/>
                  <a:gd name="connsiteY85" fmla="*/ 363785 h 757168"/>
                  <a:gd name="connsiteX86" fmla="*/ 11447323 w 12192000"/>
                  <a:gd name="connsiteY86" fmla="*/ 359346 h 757168"/>
                  <a:gd name="connsiteX87" fmla="*/ 11464292 w 12192000"/>
                  <a:gd name="connsiteY87" fmla="*/ 358519 h 757168"/>
                  <a:gd name="connsiteX88" fmla="*/ 11607560 w 12192000"/>
                  <a:gd name="connsiteY88" fmla="*/ 342370 h 757168"/>
                  <a:gd name="connsiteX89" fmla="*/ 11681426 w 12192000"/>
                  <a:gd name="connsiteY89" fmla="*/ 344335 h 757168"/>
                  <a:gd name="connsiteX90" fmla="*/ 11893565 w 12192000"/>
                  <a:gd name="connsiteY90" fmla="*/ 355261 h 757168"/>
                  <a:gd name="connsiteX91" fmla="*/ 11983290 w 12192000"/>
                  <a:gd name="connsiteY91" fmla="*/ 363588 h 757168"/>
                  <a:gd name="connsiteX92" fmla="*/ 12192000 w 12192000"/>
                  <a:gd name="connsiteY92" fmla="*/ 388018 h 757168"/>
                  <a:gd name="connsiteX93" fmla="*/ 12192000 w 12192000"/>
                  <a:gd name="connsiteY93" fmla="*/ 577115 h 757168"/>
                  <a:gd name="connsiteX94" fmla="*/ 12157329 w 12192000"/>
                  <a:gd name="connsiteY94" fmla="*/ 588862 h 757168"/>
                  <a:gd name="connsiteX95" fmla="*/ 12066948 w 12192000"/>
                  <a:gd name="connsiteY95" fmla="*/ 586034 h 757168"/>
                  <a:gd name="connsiteX96" fmla="*/ 11911344 w 12192000"/>
                  <a:gd name="connsiteY96" fmla="*/ 521599 h 757168"/>
                  <a:gd name="connsiteX97" fmla="*/ 11847823 w 12192000"/>
                  <a:gd name="connsiteY97" fmla="*/ 511785 h 757168"/>
                  <a:gd name="connsiteX98" fmla="*/ 11737547 w 12192000"/>
                  <a:gd name="connsiteY98" fmla="*/ 502380 h 757168"/>
                  <a:gd name="connsiteX99" fmla="*/ 11636052 w 12192000"/>
                  <a:gd name="connsiteY99" fmla="*/ 514993 h 757168"/>
                  <a:gd name="connsiteX100" fmla="*/ 11394706 w 12192000"/>
                  <a:gd name="connsiteY100" fmla="*/ 590867 h 757168"/>
                  <a:gd name="connsiteX101" fmla="*/ 11354978 w 12192000"/>
                  <a:gd name="connsiteY101" fmla="*/ 597561 h 757168"/>
                  <a:gd name="connsiteX102" fmla="*/ 11285306 w 12192000"/>
                  <a:gd name="connsiteY102" fmla="*/ 599825 h 757168"/>
                  <a:gd name="connsiteX103" fmla="*/ 11008528 w 12192000"/>
                  <a:gd name="connsiteY103" fmla="*/ 656670 h 757168"/>
                  <a:gd name="connsiteX104" fmla="*/ 10948735 w 12192000"/>
                  <a:gd name="connsiteY104" fmla="*/ 652964 h 757168"/>
                  <a:gd name="connsiteX105" fmla="*/ 10850698 w 12192000"/>
                  <a:gd name="connsiteY105" fmla="*/ 641721 h 757168"/>
                  <a:gd name="connsiteX106" fmla="*/ 10744026 w 12192000"/>
                  <a:gd name="connsiteY106" fmla="*/ 647769 h 757168"/>
                  <a:gd name="connsiteX107" fmla="*/ 10666160 w 12192000"/>
                  <a:gd name="connsiteY107" fmla="*/ 651891 h 757168"/>
                  <a:gd name="connsiteX108" fmla="*/ 10450521 w 12192000"/>
                  <a:gd name="connsiteY108" fmla="*/ 616552 h 757168"/>
                  <a:gd name="connsiteX109" fmla="*/ 10271192 w 12192000"/>
                  <a:gd name="connsiteY109" fmla="*/ 583498 h 757168"/>
                  <a:gd name="connsiteX110" fmla="*/ 10246067 w 12192000"/>
                  <a:gd name="connsiteY110" fmla="*/ 585423 h 757168"/>
                  <a:gd name="connsiteX111" fmla="*/ 10005027 w 12192000"/>
                  <a:gd name="connsiteY111" fmla="*/ 592252 h 757168"/>
                  <a:gd name="connsiteX112" fmla="*/ 9898681 w 12192000"/>
                  <a:gd name="connsiteY112" fmla="*/ 613195 h 757168"/>
                  <a:gd name="connsiteX113" fmla="*/ 9753225 w 12192000"/>
                  <a:gd name="connsiteY113" fmla="*/ 629038 h 757168"/>
                  <a:gd name="connsiteX114" fmla="*/ 9591376 w 12192000"/>
                  <a:gd name="connsiteY114" fmla="*/ 648601 h 757168"/>
                  <a:gd name="connsiteX115" fmla="*/ 9472860 w 12192000"/>
                  <a:gd name="connsiteY115" fmla="*/ 655936 h 757168"/>
                  <a:gd name="connsiteX116" fmla="*/ 9299788 w 12192000"/>
                  <a:gd name="connsiteY116" fmla="*/ 636945 h 757168"/>
                  <a:gd name="connsiteX117" fmla="*/ 9264605 w 12192000"/>
                  <a:gd name="connsiteY117" fmla="*/ 627087 h 757168"/>
                  <a:gd name="connsiteX118" fmla="*/ 8926435 w 12192000"/>
                  <a:gd name="connsiteY118" fmla="*/ 549269 h 757168"/>
                  <a:gd name="connsiteX119" fmla="*/ 8698934 w 12192000"/>
                  <a:gd name="connsiteY119" fmla="*/ 536583 h 757168"/>
                  <a:gd name="connsiteX120" fmla="*/ 8622862 w 12192000"/>
                  <a:gd name="connsiteY120" fmla="*/ 541563 h 757168"/>
                  <a:gd name="connsiteX121" fmla="*/ 8482784 w 12192000"/>
                  <a:gd name="connsiteY121" fmla="*/ 574094 h 757168"/>
                  <a:gd name="connsiteX122" fmla="*/ 8421565 w 12192000"/>
                  <a:gd name="connsiteY122" fmla="*/ 576610 h 757168"/>
                  <a:gd name="connsiteX123" fmla="*/ 8313469 w 12192000"/>
                  <a:gd name="connsiteY123" fmla="*/ 574762 h 757168"/>
                  <a:gd name="connsiteX124" fmla="*/ 8079520 w 12192000"/>
                  <a:gd name="connsiteY124" fmla="*/ 558685 h 757168"/>
                  <a:gd name="connsiteX125" fmla="*/ 7773327 w 12192000"/>
                  <a:gd name="connsiteY125" fmla="*/ 558854 h 757168"/>
                  <a:gd name="connsiteX126" fmla="*/ 7652477 w 12192000"/>
                  <a:gd name="connsiteY126" fmla="*/ 547561 h 757168"/>
                  <a:gd name="connsiteX127" fmla="*/ 7522274 w 12192000"/>
                  <a:gd name="connsiteY127" fmla="*/ 532150 h 757168"/>
                  <a:gd name="connsiteX128" fmla="*/ 7484080 w 12192000"/>
                  <a:gd name="connsiteY128" fmla="*/ 530532 h 757168"/>
                  <a:gd name="connsiteX129" fmla="*/ 7282277 w 12192000"/>
                  <a:gd name="connsiteY129" fmla="*/ 540177 h 757168"/>
                  <a:gd name="connsiteX130" fmla="*/ 7235690 w 12192000"/>
                  <a:gd name="connsiteY130" fmla="*/ 551282 h 757168"/>
                  <a:gd name="connsiteX131" fmla="*/ 7116339 w 12192000"/>
                  <a:gd name="connsiteY131" fmla="*/ 539494 h 757168"/>
                  <a:gd name="connsiteX132" fmla="*/ 7011067 w 12192000"/>
                  <a:gd name="connsiteY132" fmla="*/ 511848 h 757168"/>
                  <a:gd name="connsiteX133" fmla="*/ 6403234 w 12192000"/>
                  <a:gd name="connsiteY133" fmla="*/ 432296 h 757168"/>
                  <a:gd name="connsiteX134" fmla="*/ 6036273 w 12192000"/>
                  <a:gd name="connsiteY134" fmla="*/ 412301 h 757168"/>
                  <a:gd name="connsiteX135" fmla="*/ 5780467 w 12192000"/>
                  <a:gd name="connsiteY135" fmla="*/ 377910 h 757168"/>
                  <a:gd name="connsiteX136" fmla="*/ 5739051 w 12192000"/>
                  <a:gd name="connsiteY136" fmla="*/ 353609 h 757168"/>
                  <a:gd name="connsiteX137" fmla="*/ 5583566 w 12192000"/>
                  <a:gd name="connsiteY137" fmla="*/ 321995 h 757168"/>
                  <a:gd name="connsiteX138" fmla="*/ 5432030 w 12192000"/>
                  <a:gd name="connsiteY138" fmla="*/ 362512 h 757168"/>
                  <a:gd name="connsiteX139" fmla="*/ 5241398 w 12192000"/>
                  <a:gd name="connsiteY139" fmla="*/ 425781 h 757168"/>
                  <a:gd name="connsiteX140" fmla="*/ 5139710 w 12192000"/>
                  <a:gd name="connsiteY140" fmla="*/ 421022 h 757168"/>
                  <a:gd name="connsiteX141" fmla="*/ 4929402 w 12192000"/>
                  <a:gd name="connsiteY141" fmla="*/ 424310 h 757168"/>
                  <a:gd name="connsiteX142" fmla="*/ 4782793 w 12192000"/>
                  <a:gd name="connsiteY142" fmla="*/ 441046 h 757168"/>
                  <a:gd name="connsiteX143" fmla="*/ 4577594 w 12192000"/>
                  <a:gd name="connsiteY143" fmla="*/ 459290 h 757168"/>
                  <a:gd name="connsiteX144" fmla="*/ 4500826 w 12192000"/>
                  <a:gd name="connsiteY144" fmla="*/ 470529 h 757168"/>
                  <a:gd name="connsiteX145" fmla="*/ 4317973 w 12192000"/>
                  <a:gd name="connsiteY145" fmla="*/ 483649 h 757168"/>
                  <a:gd name="connsiteX146" fmla="*/ 4166722 w 12192000"/>
                  <a:gd name="connsiteY146" fmla="*/ 490602 h 757168"/>
                  <a:gd name="connsiteX147" fmla="*/ 4042814 w 12192000"/>
                  <a:gd name="connsiteY147" fmla="*/ 530660 h 757168"/>
                  <a:gd name="connsiteX148" fmla="*/ 4002653 w 12192000"/>
                  <a:gd name="connsiteY148" fmla="*/ 552594 h 757168"/>
                  <a:gd name="connsiteX149" fmla="*/ 3969549 w 12192000"/>
                  <a:gd name="connsiteY149" fmla="*/ 566312 h 757168"/>
                  <a:gd name="connsiteX150" fmla="*/ 3821685 w 12192000"/>
                  <a:gd name="connsiteY150" fmla="*/ 649183 h 757168"/>
                  <a:gd name="connsiteX151" fmla="*/ 3805138 w 12192000"/>
                  <a:gd name="connsiteY151" fmla="*/ 655947 h 757168"/>
                  <a:gd name="connsiteX152" fmla="*/ 3609177 w 12192000"/>
                  <a:gd name="connsiteY152" fmla="*/ 687459 h 757168"/>
                  <a:gd name="connsiteX153" fmla="*/ 3539727 w 12192000"/>
                  <a:gd name="connsiteY153" fmla="*/ 706521 h 757168"/>
                  <a:gd name="connsiteX154" fmla="*/ 3396572 w 12192000"/>
                  <a:gd name="connsiteY154" fmla="*/ 755681 h 757168"/>
                  <a:gd name="connsiteX155" fmla="*/ 3341054 w 12192000"/>
                  <a:gd name="connsiteY155" fmla="*/ 754679 h 757168"/>
                  <a:gd name="connsiteX156" fmla="*/ 3138775 w 12192000"/>
                  <a:gd name="connsiteY156" fmla="*/ 710120 h 757168"/>
                  <a:gd name="connsiteX157" fmla="*/ 3037283 w 12192000"/>
                  <a:gd name="connsiteY157" fmla="*/ 666453 h 757168"/>
                  <a:gd name="connsiteX158" fmla="*/ 3002117 w 12192000"/>
                  <a:gd name="connsiteY158" fmla="*/ 649347 h 757168"/>
                  <a:gd name="connsiteX159" fmla="*/ 2747294 w 12192000"/>
                  <a:gd name="connsiteY159" fmla="*/ 652400 h 757168"/>
                  <a:gd name="connsiteX160" fmla="*/ 2676273 w 12192000"/>
                  <a:gd name="connsiteY160" fmla="*/ 652304 h 757168"/>
                  <a:gd name="connsiteX161" fmla="*/ 2432360 w 12192000"/>
                  <a:gd name="connsiteY161" fmla="*/ 657836 h 757168"/>
                  <a:gd name="connsiteX162" fmla="*/ 2382311 w 12192000"/>
                  <a:gd name="connsiteY162" fmla="*/ 650824 h 757168"/>
                  <a:gd name="connsiteX163" fmla="*/ 2055134 w 12192000"/>
                  <a:gd name="connsiteY163" fmla="*/ 630053 h 757168"/>
                  <a:gd name="connsiteX164" fmla="*/ 2031829 w 12192000"/>
                  <a:gd name="connsiteY164" fmla="*/ 639324 h 757168"/>
                  <a:gd name="connsiteX165" fmla="*/ 1912764 w 12192000"/>
                  <a:gd name="connsiteY165" fmla="*/ 664183 h 757168"/>
                  <a:gd name="connsiteX166" fmla="*/ 1755637 w 12192000"/>
                  <a:gd name="connsiteY166" fmla="*/ 663960 h 757168"/>
                  <a:gd name="connsiteX167" fmla="*/ 1727159 w 12192000"/>
                  <a:gd name="connsiteY167" fmla="*/ 659605 h 757168"/>
                  <a:gd name="connsiteX168" fmla="*/ 1622470 w 12192000"/>
                  <a:gd name="connsiteY168" fmla="*/ 634850 h 757168"/>
                  <a:gd name="connsiteX169" fmla="*/ 1385955 w 12192000"/>
                  <a:gd name="connsiteY169" fmla="*/ 604522 h 757168"/>
                  <a:gd name="connsiteX170" fmla="*/ 1340055 w 12192000"/>
                  <a:gd name="connsiteY170" fmla="*/ 595629 h 757168"/>
                  <a:gd name="connsiteX171" fmla="*/ 1257271 w 12192000"/>
                  <a:gd name="connsiteY171" fmla="*/ 581180 h 757168"/>
                  <a:gd name="connsiteX172" fmla="*/ 1031914 w 12192000"/>
                  <a:gd name="connsiteY172" fmla="*/ 562692 h 757168"/>
                  <a:gd name="connsiteX173" fmla="*/ 922031 w 12192000"/>
                  <a:gd name="connsiteY173" fmla="*/ 566853 h 757168"/>
                  <a:gd name="connsiteX174" fmla="*/ 873250 w 12192000"/>
                  <a:gd name="connsiteY174" fmla="*/ 563724 h 757168"/>
                  <a:gd name="connsiteX175" fmla="*/ 711627 w 12192000"/>
                  <a:gd name="connsiteY175" fmla="*/ 529880 h 757168"/>
                  <a:gd name="connsiteX176" fmla="*/ 311112 w 12192000"/>
                  <a:gd name="connsiteY176" fmla="*/ 525106 h 757168"/>
                  <a:gd name="connsiteX177" fmla="*/ 184145 w 12192000"/>
                  <a:gd name="connsiteY177" fmla="*/ 532188 h 757168"/>
                  <a:gd name="connsiteX178" fmla="*/ 116886 w 12192000"/>
                  <a:gd name="connsiteY178" fmla="*/ 530572 h 757168"/>
                  <a:gd name="connsiteX179" fmla="*/ 23941 w 12192000"/>
                  <a:gd name="connsiteY179" fmla="*/ 506433 h 757168"/>
                  <a:gd name="connsiteX180" fmla="*/ 0 w 12192000"/>
                  <a:gd name="connsiteY180" fmla="*/ 502149 h 75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12192000" h="757168">
                    <a:moveTo>
                      <a:pt x="0" y="0"/>
                    </a:moveTo>
                    <a:lnTo>
                      <a:pt x="41653" y="6945"/>
                    </a:lnTo>
                    <a:cubicBezTo>
                      <a:pt x="55151" y="9178"/>
                      <a:pt x="68996" y="11810"/>
                      <a:pt x="81317" y="15509"/>
                    </a:cubicBezTo>
                    <a:cubicBezTo>
                      <a:pt x="92911" y="18978"/>
                      <a:pt x="102562" y="24446"/>
                      <a:pt x="114150" y="28105"/>
                    </a:cubicBezTo>
                    <a:cubicBezTo>
                      <a:pt x="145644" y="37958"/>
                      <a:pt x="177914" y="47281"/>
                      <a:pt x="214865" y="58374"/>
                    </a:cubicBezTo>
                    <a:cubicBezTo>
                      <a:pt x="236680" y="42349"/>
                      <a:pt x="264438" y="53534"/>
                      <a:pt x="299237" y="63560"/>
                    </a:cubicBezTo>
                    <a:cubicBezTo>
                      <a:pt x="334763" y="73816"/>
                      <a:pt x="376093" y="78654"/>
                      <a:pt x="415570" y="83774"/>
                    </a:cubicBezTo>
                    <a:cubicBezTo>
                      <a:pt x="487949" y="93100"/>
                      <a:pt x="560804" y="100354"/>
                      <a:pt x="633210" y="109108"/>
                    </a:cubicBezTo>
                    <a:cubicBezTo>
                      <a:pt x="648566" y="111058"/>
                      <a:pt x="666073" y="114072"/>
                      <a:pt x="677567" y="119446"/>
                    </a:cubicBezTo>
                    <a:cubicBezTo>
                      <a:pt x="756262" y="155621"/>
                      <a:pt x="853422" y="169678"/>
                      <a:pt x="946429" y="171502"/>
                    </a:cubicBezTo>
                    <a:cubicBezTo>
                      <a:pt x="1019582" y="173044"/>
                      <a:pt x="1091239" y="175083"/>
                      <a:pt x="1163367" y="182106"/>
                    </a:cubicBezTo>
                    <a:cubicBezTo>
                      <a:pt x="1168863" y="182586"/>
                      <a:pt x="1176224" y="182589"/>
                      <a:pt x="1180337" y="181279"/>
                    </a:cubicBezTo>
                    <a:cubicBezTo>
                      <a:pt x="1205822" y="172503"/>
                      <a:pt x="1231920" y="173109"/>
                      <a:pt x="1263939" y="173070"/>
                    </a:cubicBezTo>
                    <a:cubicBezTo>
                      <a:pt x="1309211" y="172961"/>
                      <a:pt x="1350592" y="176848"/>
                      <a:pt x="1392213" y="183225"/>
                    </a:cubicBezTo>
                    <a:cubicBezTo>
                      <a:pt x="1422516" y="187866"/>
                      <a:pt x="1453010" y="195759"/>
                      <a:pt x="1479752" y="205174"/>
                    </a:cubicBezTo>
                    <a:cubicBezTo>
                      <a:pt x="1516962" y="218381"/>
                      <a:pt x="1553071" y="224660"/>
                      <a:pt x="1589813" y="211706"/>
                    </a:cubicBezTo>
                    <a:cubicBezTo>
                      <a:pt x="1629541" y="197953"/>
                      <a:pt x="1673292" y="205778"/>
                      <a:pt x="1716264" y="207459"/>
                    </a:cubicBezTo>
                    <a:cubicBezTo>
                      <a:pt x="1734988" y="208248"/>
                      <a:pt x="1754789" y="209668"/>
                      <a:pt x="1772900" y="208137"/>
                    </a:cubicBezTo>
                    <a:cubicBezTo>
                      <a:pt x="1825381" y="203828"/>
                      <a:pt x="1876222" y="195808"/>
                      <a:pt x="1929319" y="193822"/>
                    </a:cubicBezTo>
                    <a:cubicBezTo>
                      <a:pt x="1958819" y="192698"/>
                      <a:pt x="1991232" y="199166"/>
                      <a:pt x="2021514" y="204186"/>
                    </a:cubicBezTo>
                    <a:cubicBezTo>
                      <a:pt x="2052154" y="209417"/>
                      <a:pt x="2082323" y="216530"/>
                      <a:pt x="2111753" y="223797"/>
                    </a:cubicBezTo>
                    <a:cubicBezTo>
                      <a:pt x="2131736" y="228659"/>
                      <a:pt x="2153567" y="233429"/>
                      <a:pt x="2169356" y="241125"/>
                    </a:cubicBezTo>
                    <a:cubicBezTo>
                      <a:pt x="2205243" y="258649"/>
                      <a:pt x="2242901" y="263295"/>
                      <a:pt x="2286638" y="257382"/>
                    </a:cubicBezTo>
                    <a:cubicBezTo>
                      <a:pt x="2293313" y="256396"/>
                      <a:pt x="2301018" y="256799"/>
                      <a:pt x="2308368" y="256995"/>
                    </a:cubicBezTo>
                    <a:cubicBezTo>
                      <a:pt x="2426026" y="259155"/>
                      <a:pt x="2543593" y="262834"/>
                      <a:pt x="2660621" y="262863"/>
                    </a:cubicBezTo>
                    <a:cubicBezTo>
                      <a:pt x="2708088" y="262871"/>
                      <a:pt x="2754165" y="254412"/>
                      <a:pt x="2801134" y="250006"/>
                    </a:cubicBezTo>
                    <a:cubicBezTo>
                      <a:pt x="2810748" y="249174"/>
                      <a:pt x="2821504" y="247638"/>
                      <a:pt x="2830994" y="249091"/>
                    </a:cubicBezTo>
                    <a:cubicBezTo>
                      <a:pt x="2934354" y="264045"/>
                      <a:pt x="3032340" y="255254"/>
                      <a:pt x="3129084" y="242009"/>
                    </a:cubicBezTo>
                    <a:cubicBezTo>
                      <a:pt x="3139090" y="240625"/>
                      <a:pt x="3151170" y="241831"/>
                      <a:pt x="3162162" y="242789"/>
                    </a:cubicBezTo>
                    <a:cubicBezTo>
                      <a:pt x="3192925" y="245736"/>
                      <a:pt x="3225969" y="254145"/>
                      <a:pt x="3254072" y="251612"/>
                    </a:cubicBezTo>
                    <a:cubicBezTo>
                      <a:pt x="3328782" y="244461"/>
                      <a:pt x="3402881" y="234992"/>
                      <a:pt x="3473491" y="221903"/>
                    </a:cubicBezTo>
                    <a:cubicBezTo>
                      <a:pt x="3545212" y="208683"/>
                      <a:pt x="3611651" y="197856"/>
                      <a:pt x="3691860" y="219228"/>
                    </a:cubicBezTo>
                    <a:cubicBezTo>
                      <a:pt x="3725977" y="228268"/>
                      <a:pt x="3771754" y="225515"/>
                      <a:pt x="3811494" y="225691"/>
                    </a:cubicBezTo>
                    <a:cubicBezTo>
                      <a:pt x="3840564" y="225687"/>
                      <a:pt x="3868906" y="218586"/>
                      <a:pt x="3897533" y="220087"/>
                    </a:cubicBezTo>
                    <a:cubicBezTo>
                      <a:pt x="3973874" y="224087"/>
                      <a:pt x="4042293" y="217563"/>
                      <a:pt x="4109430" y="200477"/>
                    </a:cubicBezTo>
                    <a:cubicBezTo>
                      <a:pt x="4135544" y="193834"/>
                      <a:pt x="4175268" y="201258"/>
                      <a:pt x="4208772" y="200914"/>
                    </a:cubicBezTo>
                    <a:cubicBezTo>
                      <a:pt x="4244136" y="200288"/>
                      <a:pt x="4280583" y="199908"/>
                      <a:pt x="4314641" y="196159"/>
                    </a:cubicBezTo>
                    <a:cubicBezTo>
                      <a:pt x="4402743" y="186278"/>
                      <a:pt x="4489848" y="174436"/>
                      <a:pt x="4577622" y="163774"/>
                    </a:cubicBezTo>
                    <a:cubicBezTo>
                      <a:pt x="4649843" y="154967"/>
                      <a:pt x="4719794" y="168553"/>
                      <a:pt x="4790345" y="177592"/>
                    </a:cubicBezTo>
                    <a:cubicBezTo>
                      <a:pt x="4834576" y="183345"/>
                      <a:pt x="4875614" y="193701"/>
                      <a:pt x="4926164" y="184139"/>
                    </a:cubicBezTo>
                    <a:cubicBezTo>
                      <a:pt x="4974485" y="175032"/>
                      <a:pt x="5034899" y="180870"/>
                      <a:pt x="5088812" y="177401"/>
                    </a:cubicBezTo>
                    <a:cubicBezTo>
                      <a:pt x="5134238" y="174439"/>
                      <a:pt x="5178353" y="168165"/>
                      <a:pt x="5222466" y="162082"/>
                    </a:cubicBezTo>
                    <a:cubicBezTo>
                      <a:pt x="5282519" y="153783"/>
                      <a:pt x="5341864" y="144876"/>
                      <a:pt x="5406528" y="153987"/>
                    </a:cubicBezTo>
                    <a:cubicBezTo>
                      <a:pt x="5479960" y="164323"/>
                      <a:pt x="5531876" y="142624"/>
                      <a:pt x="5590716" y="129490"/>
                    </a:cubicBezTo>
                    <a:cubicBezTo>
                      <a:pt x="5631296" y="120553"/>
                      <a:pt x="5675395" y="114659"/>
                      <a:pt x="5719429" y="110099"/>
                    </a:cubicBezTo>
                    <a:cubicBezTo>
                      <a:pt x="5778247" y="104215"/>
                      <a:pt x="5838715" y="102042"/>
                      <a:pt x="5897895" y="96368"/>
                    </a:cubicBezTo>
                    <a:cubicBezTo>
                      <a:pt x="5987399" y="87895"/>
                      <a:pt x="6077855" y="82333"/>
                      <a:pt x="6169957" y="94411"/>
                    </a:cubicBezTo>
                    <a:cubicBezTo>
                      <a:pt x="6212360" y="99875"/>
                      <a:pt x="6252010" y="101763"/>
                      <a:pt x="6294827" y="99236"/>
                    </a:cubicBezTo>
                    <a:cubicBezTo>
                      <a:pt x="6364965" y="95091"/>
                      <a:pt x="6436581" y="97891"/>
                      <a:pt x="6494261" y="71724"/>
                    </a:cubicBezTo>
                    <a:cubicBezTo>
                      <a:pt x="6514615" y="62488"/>
                      <a:pt x="6550354" y="61691"/>
                      <a:pt x="6579627" y="57883"/>
                    </a:cubicBezTo>
                    <a:cubicBezTo>
                      <a:pt x="6613354" y="53353"/>
                      <a:pt x="6637770" y="57878"/>
                      <a:pt x="6654800" y="77086"/>
                    </a:cubicBezTo>
                    <a:cubicBezTo>
                      <a:pt x="6662444" y="85688"/>
                      <a:pt x="6685147" y="94892"/>
                      <a:pt x="6703059" y="97166"/>
                    </a:cubicBezTo>
                    <a:cubicBezTo>
                      <a:pt x="6756799" y="103989"/>
                      <a:pt x="6806654" y="100687"/>
                      <a:pt x="6859445" y="90481"/>
                    </a:cubicBezTo>
                    <a:cubicBezTo>
                      <a:pt x="6908894" y="80861"/>
                      <a:pt x="6969747" y="85387"/>
                      <a:pt x="7025414" y="83536"/>
                    </a:cubicBezTo>
                    <a:cubicBezTo>
                      <a:pt x="7064862" y="82168"/>
                      <a:pt x="7104501" y="77186"/>
                      <a:pt x="7144137" y="79264"/>
                    </a:cubicBezTo>
                    <a:cubicBezTo>
                      <a:pt x="7193316" y="81841"/>
                      <a:pt x="7241809" y="90488"/>
                      <a:pt x="7291235" y="95367"/>
                    </a:cubicBezTo>
                    <a:cubicBezTo>
                      <a:pt x="7329668" y="99288"/>
                      <a:pt x="7368978" y="100585"/>
                      <a:pt x="7407395" y="104888"/>
                    </a:cubicBezTo>
                    <a:cubicBezTo>
                      <a:pt x="7438868" y="108256"/>
                      <a:pt x="7469832" y="114265"/>
                      <a:pt x="7500837" y="119515"/>
                    </a:cubicBezTo>
                    <a:cubicBezTo>
                      <a:pt x="7512146" y="121444"/>
                      <a:pt x="7523255" y="127178"/>
                      <a:pt x="7533567" y="126955"/>
                    </a:cubicBezTo>
                    <a:cubicBezTo>
                      <a:pt x="7636025" y="124121"/>
                      <a:pt x="7707510" y="164497"/>
                      <a:pt x="7792910" y="185188"/>
                    </a:cubicBezTo>
                    <a:cubicBezTo>
                      <a:pt x="7882663" y="207063"/>
                      <a:pt x="7969001" y="237914"/>
                      <a:pt x="8070699" y="235423"/>
                    </a:cubicBezTo>
                    <a:cubicBezTo>
                      <a:pt x="8132239" y="233879"/>
                      <a:pt x="8191903" y="225939"/>
                      <a:pt x="8253177" y="222473"/>
                    </a:cubicBezTo>
                    <a:cubicBezTo>
                      <a:pt x="8274949" y="221324"/>
                      <a:pt x="8299150" y="222976"/>
                      <a:pt x="8320683" y="226393"/>
                    </a:cubicBezTo>
                    <a:cubicBezTo>
                      <a:pt x="8424731" y="242340"/>
                      <a:pt x="8527777" y="249266"/>
                      <a:pt x="8631438" y="237528"/>
                    </a:cubicBezTo>
                    <a:cubicBezTo>
                      <a:pt x="8649201" y="235596"/>
                      <a:pt x="8668058" y="233915"/>
                      <a:pt x="8686410" y="234877"/>
                    </a:cubicBezTo>
                    <a:cubicBezTo>
                      <a:pt x="8786966" y="240146"/>
                      <a:pt x="8885480" y="249315"/>
                      <a:pt x="8980658" y="273001"/>
                    </a:cubicBezTo>
                    <a:cubicBezTo>
                      <a:pt x="9012626" y="280972"/>
                      <a:pt x="9052108" y="279035"/>
                      <a:pt x="9087625" y="282423"/>
                    </a:cubicBezTo>
                    <a:cubicBezTo>
                      <a:pt x="9120583" y="285484"/>
                      <a:pt x="9154319" y="287825"/>
                      <a:pt x="9186017" y="293875"/>
                    </a:cubicBezTo>
                    <a:cubicBezTo>
                      <a:pt x="9232288" y="302785"/>
                      <a:pt x="9275554" y="305815"/>
                      <a:pt x="9323931" y="302628"/>
                    </a:cubicBezTo>
                    <a:cubicBezTo>
                      <a:pt x="9370084" y="299705"/>
                      <a:pt x="9419491" y="304964"/>
                      <a:pt x="9467213" y="307275"/>
                    </a:cubicBezTo>
                    <a:cubicBezTo>
                      <a:pt x="9520438" y="309874"/>
                      <a:pt x="9573661" y="312473"/>
                      <a:pt x="9626826" y="316213"/>
                    </a:cubicBezTo>
                    <a:cubicBezTo>
                      <a:pt x="9648094" y="317708"/>
                      <a:pt x="9671915" y="326588"/>
                      <a:pt x="9689696" y="324467"/>
                    </a:cubicBezTo>
                    <a:cubicBezTo>
                      <a:pt x="9747117" y="317175"/>
                      <a:pt x="9803355" y="332523"/>
                      <a:pt x="9860526" y="329986"/>
                    </a:cubicBezTo>
                    <a:cubicBezTo>
                      <a:pt x="9888572" y="328594"/>
                      <a:pt x="9919723" y="338048"/>
                      <a:pt x="9949775" y="340386"/>
                    </a:cubicBezTo>
                    <a:cubicBezTo>
                      <a:pt x="9998886" y="344296"/>
                      <a:pt x="10048092" y="346302"/>
                      <a:pt x="10097252" y="349262"/>
                    </a:cubicBezTo>
                    <a:cubicBezTo>
                      <a:pt x="10113390" y="350297"/>
                      <a:pt x="10129133" y="351886"/>
                      <a:pt x="10145261" y="353113"/>
                    </a:cubicBezTo>
                    <a:cubicBezTo>
                      <a:pt x="10159555" y="354243"/>
                      <a:pt x="10174512" y="356743"/>
                      <a:pt x="10188159" y="356124"/>
                    </a:cubicBezTo>
                    <a:cubicBezTo>
                      <a:pt x="10237589" y="353944"/>
                      <a:pt x="10286441" y="348682"/>
                      <a:pt x="10336144" y="348235"/>
                    </a:cubicBezTo>
                    <a:cubicBezTo>
                      <a:pt x="10379222" y="347822"/>
                      <a:pt x="10423443" y="353764"/>
                      <a:pt x="10466847" y="354131"/>
                    </a:cubicBezTo>
                    <a:cubicBezTo>
                      <a:pt x="10543353" y="354898"/>
                      <a:pt x="10619988" y="353190"/>
                      <a:pt x="10696514" y="353575"/>
                    </a:cubicBezTo>
                    <a:cubicBezTo>
                      <a:pt x="10713071" y="353680"/>
                      <a:pt x="10730069" y="359342"/>
                      <a:pt x="10746932" y="360606"/>
                    </a:cubicBezTo>
                    <a:cubicBezTo>
                      <a:pt x="10799731" y="364326"/>
                      <a:pt x="10852569" y="367289"/>
                      <a:pt x="10905388" y="370627"/>
                    </a:cubicBezTo>
                    <a:cubicBezTo>
                      <a:pt x="10935470" y="372396"/>
                      <a:pt x="10965963" y="373421"/>
                      <a:pt x="10995602" y="376691"/>
                    </a:cubicBezTo>
                    <a:cubicBezTo>
                      <a:pt x="11034750" y="381032"/>
                      <a:pt x="11070168" y="386324"/>
                      <a:pt x="11107647" y="373405"/>
                    </a:cubicBezTo>
                    <a:cubicBezTo>
                      <a:pt x="11165372" y="353347"/>
                      <a:pt x="11236837" y="366060"/>
                      <a:pt x="11302440" y="364156"/>
                    </a:cubicBezTo>
                    <a:cubicBezTo>
                      <a:pt x="11319394" y="363708"/>
                      <a:pt x="11336655" y="364422"/>
                      <a:pt x="11353613" y="363785"/>
                    </a:cubicBezTo>
                    <a:cubicBezTo>
                      <a:pt x="11384961" y="362566"/>
                      <a:pt x="11415955" y="360947"/>
                      <a:pt x="11447323" y="359346"/>
                    </a:cubicBezTo>
                    <a:cubicBezTo>
                      <a:pt x="11452855" y="359066"/>
                      <a:pt x="11459104" y="359200"/>
                      <a:pt x="11464292" y="358519"/>
                    </a:cubicBezTo>
                    <a:cubicBezTo>
                      <a:pt x="11512058" y="353010"/>
                      <a:pt x="11559143" y="346321"/>
                      <a:pt x="11607560" y="342370"/>
                    </a:cubicBezTo>
                    <a:cubicBezTo>
                      <a:pt x="11631218" y="340368"/>
                      <a:pt x="11657295" y="341352"/>
                      <a:pt x="11681426" y="344335"/>
                    </a:cubicBezTo>
                    <a:cubicBezTo>
                      <a:pt x="11751997" y="352993"/>
                      <a:pt x="11821986" y="358760"/>
                      <a:pt x="11893565" y="355261"/>
                    </a:cubicBezTo>
                    <a:cubicBezTo>
                      <a:pt x="11921973" y="353889"/>
                      <a:pt x="11953288" y="360300"/>
                      <a:pt x="11983290" y="363588"/>
                    </a:cubicBezTo>
                    <a:lnTo>
                      <a:pt x="12192000" y="388018"/>
                    </a:lnTo>
                    <a:lnTo>
                      <a:pt x="12192000" y="577115"/>
                    </a:lnTo>
                    <a:lnTo>
                      <a:pt x="12157329" y="588862"/>
                    </a:lnTo>
                    <a:cubicBezTo>
                      <a:pt x="12118393" y="608572"/>
                      <a:pt x="12109715" y="605637"/>
                      <a:pt x="12066948" y="586034"/>
                    </a:cubicBezTo>
                    <a:cubicBezTo>
                      <a:pt x="12016991" y="563193"/>
                      <a:pt x="11965119" y="541779"/>
                      <a:pt x="11911344" y="521599"/>
                    </a:cubicBezTo>
                    <a:cubicBezTo>
                      <a:pt x="11894383" y="515178"/>
                      <a:pt x="11869417" y="514060"/>
                      <a:pt x="11847823" y="511785"/>
                    </a:cubicBezTo>
                    <a:cubicBezTo>
                      <a:pt x="11811233" y="507768"/>
                      <a:pt x="11773630" y="501982"/>
                      <a:pt x="11737547" y="502380"/>
                    </a:cubicBezTo>
                    <a:cubicBezTo>
                      <a:pt x="11702930" y="502855"/>
                      <a:pt x="11668388" y="508866"/>
                      <a:pt x="11636052" y="514993"/>
                    </a:cubicBezTo>
                    <a:cubicBezTo>
                      <a:pt x="11545722" y="532199"/>
                      <a:pt x="11462455" y="555118"/>
                      <a:pt x="11394706" y="590867"/>
                    </a:cubicBezTo>
                    <a:cubicBezTo>
                      <a:pt x="11385999" y="595562"/>
                      <a:pt x="11369016" y="596581"/>
                      <a:pt x="11354978" y="597561"/>
                    </a:cubicBezTo>
                    <a:cubicBezTo>
                      <a:pt x="11332076" y="599224"/>
                      <a:pt x="11308448" y="600655"/>
                      <a:pt x="11285306" y="599825"/>
                    </a:cubicBezTo>
                    <a:cubicBezTo>
                      <a:pt x="11172906" y="595841"/>
                      <a:pt x="11083430" y="617861"/>
                      <a:pt x="11008528" y="656670"/>
                    </a:cubicBezTo>
                    <a:cubicBezTo>
                      <a:pt x="10986971" y="667750"/>
                      <a:pt x="10970753" y="668236"/>
                      <a:pt x="10948735" y="652964"/>
                    </a:cubicBezTo>
                    <a:cubicBezTo>
                      <a:pt x="10923173" y="635218"/>
                      <a:pt x="10885031" y="639705"/>
                      <a:pt x="10850698" y="641721"/>
                    </a:cubicBezTo>
                    <a:cubicBezTo>
                      <a:pt x="10815269" y="643680"/>
                      <a:pt x="10779458" y="645811"/>
                      <a:pt x="10744026" y="647769"/>
                    </a:cubicBezTo>
                    <a:cubicBezTo>
                      <a:pt x="10717832" y="649066"/>
                      <a:pt x="10692021" y="650003"/>
                      <a:pt x="10666160" y="651891"/>
                    </a:cubicBezTo>
                    <a:cubicBezTo>
                      <a:pt x="10585627" y="657783"/>
                      <a:pt x="10513854" y="650969"/>
                      <a:pt x="10450521" y="616552"/>
                    </a:cubicBezTo>
                    <a:cubicBezTo>
                      <a:pt x="10402221" y="590175"/>
                      <a:pt x="10339099" y="579806"/>
                      <a:pt x="10271192" y="583498"/>
                    </a:cubicBezTo>
                    <a:cubicBezTo>
                      <a:pt x="10262701" y="584006"/>
                      <a:pt x="10251859" y="587254"/>
                      <a:pt x="10246067" y="585423"/>
                    </a:cubicBezTo>
                    <a:cubicBezTo>
                      <a:pt x="10158786" y="558528"/>
                      <a:pt x="10086634" y="594049"/>
                      <a:pt x="10005027" y="592252"/>
                    </a:cubicBezTo>
                    <a:cubicBezTo>
                      <a:pt x="9969004" y="591507"/>
                      <a:pt x="9931565" y="603664"/>
                      <a:pt x="9898681" y="613195"/>
                    </a:cubicBezTo>
                    <a:cubicBezTo>
                      <a:pt x="9853463" y="626281"/>
                      <a:pt x="9813049" y="639042"/>
                      <a:pt x="9753225" y="629038"/>
                    </a:cubicBezTo>
                    <a:cubicBezTo>
                      <a:pt x="9693404" y="618845"/>
                      <a:pt x="9637675" y="628898"/>
                      <a:pt x="9591376" y="648601"/>
                    </a:cubicBezTo>
                    <a:cubicBezTo>
                      <a:pt x="9556001" y="663537"/>
                      <a:pt x="9518120" y="663077"/>
                      <a:pt x="9472860" y="655936"/>
                    </a:cubicBezTo>
                    <a:cubicBezTo>
                      <a:pt x="9416283" y="647056"/>
                      <a:pt x="9357217" y="643578"/>
                      <a:pt x="9299788" y="636945"/>
                    </a:cubicBezTo>
                    <a:cubicBezTo>
                      <a:pt x="9287347" y="635531"/>
                      <a:pt x="9271710" y="632039"/>
                      <a:pt x="9264605" y="627087"/>
                    </a:cubicBezTo>
                    <a:cubicBezTo>
                      <a:pt x="9177661" y="565680"/>
                      <a:pt x="9051076" y="558473"/>
                      <a:pt x="8926435" y="549269"/>
                    </a:cubicBezTo>
                    <a:cubicBezTo>
                      <a:pt x="8850925" y="543595"/>
                      <a:pt x="8774954" y="539613"/>
                      <a:pt x="8698934" y="536583"/>
                    </a:cubicBezTo>
                    <a:cubicBezTo>
                      <a:pt x="8673232" y="535428"/>
                      <a:pt x="8645916" y="537050"/>
                      <a:pt x="8622862" y="541563"/>
                    </a:cubicBezTo>
                    <a:cubicBezTo>
                      <a:pt x="8574890" y="551069"/>
                      <a:pt x="8530403" y="564380"/>
                      <a:pt x="8482784" y="574094"/>
                    </a:cubicBezTo>
                    <a:cubicBezTo>
                      <a:pt x="8464923" y="577929"/>
                      <a:pt x="8442157" y="576927"/>
                      <a:pt x="8421565" y="576610"/>
                    </a:cubicBezTo>
                    <a:cubicBezTo>
                      <a:pt x="8385152" y="576229"/>
                      <a:pt x="8345023" y="569546"/>
                      <a:pt x="8313469" y="574762"/>
                    </a:cubicBezTo>
                    <a:cubicBezTo>
                      <a:pt x="8231431" y="588203"/>
                      <a:pt x="8155671" y="580227"/>
                      <a:pt x="8079520" y="558685"/>
                    </a:cubicBezTo>
                    <a:cubicBezTo>
                      <a:pt x="7972906" y="528487"/>
                      <a:pt x="7870782" y="525043"/>
                      <a:pt x="7773327" y="558854"/>
                    </a:cubicBezTo>
                    <a:cubicBezTo>
                      <a:pt x="7729470" y="574107"/>
                      <a:pt x="7688069" y="563543"/>
                      <a:pt x="7652477" y="547561"/>
                    </a:cubicBezTo>
                    <a:cubicBezTo>
                      <a:pt x="7611494" y="529005"/>
                      <a:pt x="7570974" y="522685"/>
                      <a:pt x="7522274" y="532150"/>
                    </a:cubicBezTo>
                    <a:cubicBezTo>
                      <a:pt x="7511488" y="534257"/>
                      <a:pt x="7496511" y="532136"/>
                      <a:pt x="7484080" y="530532"/>
                    </a:cubicBezTo>
                    <a:cubicBezTo>
                      <a:pt x="7413133" y="522044"/>
                      <a:pt x="7341987" y="510303"/>
                      <a:pt x="7282277" y="540177"/>
                    </a:cubicBezTo>
                    <a:cubicBezTo>
                      <a:pt x="7270558" y="546051"/>
                      <a:pt x="7251336" y="547713"/>
                      <a:pt x="7235690" y="551282"/>
                    </a:cubicBezTo>
                    <a:cubicBezTo>
                      <a:pt x="7170161" y="565782"/>
                      <a:pt x="7172820" y="564203"/>
                      <a:pt x="7116339" y="539494"/>
                    </a:cubicBezTo>
                    <a:cubicBezTo>
                      <a:pt x="7086841" y="526502"/>
                      <a:pt x="7045980" y="512724"/>
                      <a:pt x="7011067" y="511848"/>
                    </a:cubicBezTo>
                    <a:cubicBezTo>
                      <a:pt x="6800473" y="506533"/>
                      <a:pt x="6601893" y="468653"/>
                      <a:pt x="6403234" y="432296"/>
                    </a:cubicBezTo>
                    <a:cubicBezTo>
                      <a:pt x="6280760" y="409851"/>
                      <a:pt x="6160432" y="402592"/>
                      <a:pt x="6036273" y="412301"/>
                    </a:cubicBezTo>
                    <a:cubicBezTo>
                      <a:pt x="5946471" y="419425"/>
                      <a:pt x="5863077" y="395593"/>
                      <a:pt x="5780467" y="377910"/>
                    </a:cubicBezTo>
                    <a:cubicBezTo>
                      <a:pt x="5763357" y="374343"/>
                      <a:pt x="5747757" y="363033"/>
                      <a:pt x="5739051" y="353609"/>
                    </a:cubicBezTo>
                    <a:cubicBezTo>
                      <a:pt x="5707675" y="320294"/>
                      <a:pt x="5653252" y="312483"/>
                      <a:pt x="5583566" y="321995"/>
                    </a:cubicBezTo>
                    <a:cubicBezTo>
                      <a:pt x="5528347" y="329404"/>
                      <a:pt x="5477716" y="340486"/>
                      <a:pt x="5432030" y="362512"/>
                    </a:cubicBezTo>
                    <a:cubicBezTo>
                      <a:pt x="5378421" y="388318"/>
                      <a:pt x="5322767" y="418026"/>
                      <a:pt x="5241398" y="425781"/>
                    </a:cubicBezTo>
                    <a:cubicBezTo>
                      <a:pt x="5206262" y="429089"/>
                      <a:pt x="5176131" y="428273"/>
                      <a:pt x="5139710" y="421022"/>
                    </a:cubicBezTo>
                    <a:cubicBezTo>
                      <a:pt x="5069048" y="407018"/>
                      <a:pt x="4997864" y="396037"/>
                      <a:pt x="4929402" y="424310"/>
                    </a:cubicBezTo>
                    <a:cubicBezTo>
                      <a:pt x="4891785" y="439890"/>
                      <a:pt x="4841650" y="448519"/>
                      <a:pt x="4782793" y="441046"/>
                    </a:cubicBezTo>
                    <a:cubicBezTo>
                      <a:pt x="4709316" y="431663"/>
                      <a:pt x="4641426" y="442031"/>
                      <a:pt x="4577594" y="459290"/>
                    </a:cubicBezTo>
                    <a:cubicBezTo>
                      <a:pt x="4554816" y="465538"/>
                      <a:pt x="4527069" y="468279"/>
                      <a:pt x="4500826" y="470529"/>
                    </a:cubicBezTo>
                    <a:cubicBezTo>
                      <a:pt x="4440199" y="475746"/>
                      <a:pt x="4379252" y="479993"/>
                      <a:pt x="4317973" y="483649"/>
                    </a:cubicBezTo>
                    <a:cubicBezTo>
                      <a:pt x="4267762" y="486741"/>
                      <a:pt x="4217264" y="488292"/>
                      <a:pt x="4166722" y="490602"/>
                    </a:cubicBezTo>
                    <a:cubicBezTo>
                      <a:pt x="4111394" y="493045"/>
                      <a:pt x="4067073" y="503124"/>
                      <a:pt x="4042814" y="530660"/>
                    </a:cubicBezTo>
                    <a:cubicBezTo>
                      <a:pt x="4034996" y="539407"/>
                      <a:pt x="4017001" y="545715"/>
                      <a:pt x="4002653" y="552594"/>
                    </a:cubicBezTo>
                    <a:cubicBezTo>
                      <a:pt x="3992459" y="557592"/>
                      <a:pt x="3979023" y="561086"/>
                      <a:pt x="3969549" y="566312"/>
                    </a:cubicBezTo>
                    <a:cubicBezTo>
                      <a:pt x="3919896" y="593854"/>
                      <a:pt x="3870968" y="621622"/>
                      <a:pt x="3821685" y="649183"/>
                    </a:cubicBezTo>
                    <a:cubicBezTo>
                      <a:pt x="3816761" y="651788"/>
                      <a:pt x="3811445" y="654943"/>
                      <a:pt x="3805138" y="655947"/>
                    </a:cubicBezTo>
                    <a:cubicBezTo>
                      <a:pt x="3739817" y="666451"/>
                      <a:pt x="3673801" y="676154"/>
                      <a:pt x="3609177" y="687459"/>
                    </a:cubicBezTo>
                    <a:cubicBezTo>
                      <a:pt x="3584288" y="691878"/>
                      <a:pt x="3558597" y="697589"/>
                      <a:pt x="3539727" y="706521"/>
                    </a:cubicBezTo>
                    <a:cubicBezTo>
                      <a:pt x="3496714" y="726780"/>
                      <a:pt x="3457268" y="749132"/>
                      <a:pt x="3396572" y="755681"/>
                    </a:cubicBezTo>
                    <a:cubicBezTo>
                      <a:pt x="3378807" y="757611"/>
                      <a:pt x="3357809" y="758036"/>
                      <a:pt x="3341054" y="754679"/>
                    </a:cubicBezTo>
                    <a:cubicBezTo>
                      <a:pt x="3272962" y="740809"/>
                      <a:pt x="3206471" y="724541"/>
                      <a:pt x="3138775" y="710120"/>
                    </a:cubicBezTo>
                    <a:cubicBezTo>
                      <a:pt x="3095820" y="701191"/>
                      <a:pt x="3056969" y="691141"/>
                      <a:pt x="3037283" y="666453"/>
                    </a:cubicBezTo>
                    <a:cubicBezTo>
                      <a:pt x="3031764" y="659487"/>
                      <a:pt x="3015626" y="651391"/>
                      <a:pt x="3002117" y="649347"/>
                    </a:cubicBezTo>
                    <a:cubicBezTo>
                      <a:pt x="2915220" y="636209"/>
                      <a:pt x="2829194" y="627503"/>
                      <a:pt x="2747294" y="652400"/>
                    </a:cubicBezTo>
                    <a:cubicBezTo>
                      <a:pt x="2730084" y="657794"/>
                      <a:pt x="2698519" y="656140"/>
                      <a:pt x="2676273" y="652304"/>
                    </a:cubicBezTo>
                    <a:cubicBezTo>
                      <a:pt x="2590546" y="637890"/>
                      <a:pt x="2508883" y="630176"/>
                      <a:pt x="2432360" y="657836"/>
                    </a:cubicBezTo>
                    <a:cubicBezTo>
                      <a:pt x="2423352" y="661179"/>
                      <a:pt x="2395274" y="656272"/>
                      <a:pt x="2382311" y="650824"/>
                    </a:cubicBezTo>
                    <a:cubicBezTo>
                      <a:pt x="2257393" y="597728"/>
                      <a:pt x="2187724" y="592930"/>
                      <a:pt x="2055134" y="630053"/>
                    </a:cubicBezTo>
                    <a:cubicBezTo>
                      <a:pt x="2046542" y="632464"/>
                      <a:pt x="2035364" y="635121"/>
                      <a:pt x="2031829" y="639324"/>
                    </a:cubicBezTo>
                    <a:cubicBezTo>
                      <a:pt x="2007977" y="666120"/>
                      <a:pt x="1960229" y="664380"/>
                      <a:pt x="1912764" y="664183"/>
                    </a:cubicBezTo>
                    <a:cubicBezTo>
                      <a:pt x="1860521" y="663924"/>
                      <a:pt x="1808236" y="664426"/>
                      <a:pt x="1755637" y="663960"/>
                    </a:cubicBezTo>
                    <a:cubicBezTo>
                      <a:pt x="1746439" y="663859"/>
                      <a:pt x="1736243" y="661799"/>
                      <a:pt x="1727159" y="659605"/>
                    </a:cubicBezTo>
                    <a:cubicBezTo>
                      <a:pt x="1692256" y="651480"/>
                      <a:pt x="1658604" y="640559"/>
                      <a:pt x="1622470" y="634850"/>
                    </a:cubicBezTo>
                    <a:cubicBezTo>
                      <a:pt x="1544362" y="622552"/>
                      <a:pt x="1469248" y="602210"/>
                      <a:pt x="1385955" y="604522"/>
                    </a:cubicBezTo>
                    <a:cubicBezTo>
                      <a:pt x="1371585" y="604913"/>
                      <a:pt x="1355357" y="598530"/>
                      <a:pt x="1340055" y="595629"/>
                    </a:cubicBezTo>
                    <a:cubicBezTo>
                      <a:pt x="1312351" y="590552"/>
                      <a:pt x="1285460" y="583993"/>
                      <a:pt x="1257271" y="581180"/>
                    </a:cubicBezTo>
                    <a:cubicBezTo>
                      <a:pt x="1182583" y="573830"/>
                      <a:pt x="1107142" y="566824"/>
                      <a:pt x="1031914" y="562692"/>
                    </a:cubicBezTo>
                    <a:cubicBezTo>
                      <a:pt x="995593" y="560597"/>
                      <a:pt x="958880" y="565923"/>
                      <a:pt x="922031" y="566853"/>
                    </a:cubicBezTo>
                    <a:cubicBezTo>
                      <a:pt x="905446" y="567320"/>
                      <a:pt x="878533" y="568199"/>
                      <a:pt x="873250" y="563724"/>
                    </a:cubicBezTo>
                    <a:cubicBezTo>
                      <a:pt x="832343" y="529722"/>
                      <a:pt x="772202" y="532674"/>
                      <a:pt x="711627" y="529880"/>
                    </a:cubicBezTo>
                    <a:cubicBezTo>
                      <a:pt x="577999" y="523641"/>
                      <a:pt x="447408" y="543696"/>
                      <a:pt x="311112" y="525106"/>
                    </a:cubicBezTo>
                    <a:cubicBezTo>
                      <a:pt x="271645" y="519795"/>
                      <a:pt x="226936" y="530235"/>
                      <a:pt x="184145" y="532188"/>
                    </a:cubicBezTo>
                    <a:cubicBezTo>
                      <a:pt x="162015" y="533128"/>
                      <a:pt x="137665" y="534333"/>
                      <a:pt x="116886" y="530572"/>
                    </a:cubicBezTo>
                    <a:cubicBezTo>
                      <a:pt x="84810" y="524693"/>
                      <a:pt x="54011" y="515448"/>
                      <a:pt x="23941" y="506433"/>
                    </a:cubicBezTo>
                    <a:lnTo>
                      <a:pt x="0" y="502149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2D238D7-B55F-0591-B7AA-16E8B9B04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70" y="1280862"/>
            <a:ext cx="1630800" cy="163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90DB68-4C52-013D-0845-B08D932A5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63" y="1185088"/>
            <a:ext cx="1630800" cy="163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F54EDA-D663-618D-01EB-BF76EA7A9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112" y="438611"/>
            <a:ext cx="5111776" cy="29903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ADF611-AFE3-8583-D327-18789420DF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121764" y="6789422"/>
            <a:ext cx="70236" cy="45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DAF883-BB51-C584-138B-A162B13606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095" y="4751040"/>
            <a:ext cx="1219200" cy="1219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8E2AB0-FF3D-AC96-B588-25AD1D35D1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9638" y="3907576"/>
            <a:ext cx="2992362" cy="373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15D00-9FDD-0205-2FB5-3549323B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377">
            <a:extLst>
              <a:ext uri="{FF2B5EF4-FFF2-40B4-BE49-F238E27FC236}">
                <a16:creationId xmlns:a16="http://schemas.microsoft.com/office/drawing/2014/main" id="{F8E1A979-E4AC-9399-3F31-D9D89598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66F04-9A3A-C707-B2CE-9F50A647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69" y="7815151"/>
            <a:ext cx="6143626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300">
                <a:solidFill>
                  <a:schemeClr val="bg1"/>
                </a:solidFill>
              </a:rPr>
              <a:t>Merci de nous </a:t>
            </a:r>
            <a:r>
              <a:rPr lang="en-US" sz="4300" err="1">
                <a:solidFill>
                  <a:schemeClr val="bg1"/>
                </a:solidFill>
              </a:rPr>
              <a:t>avoir</a:t>
            </a:r>
            <a:r>
              <a:rPr lang="en-US" sz="4300">
                <a:solidFill>
                  <a:schemeClr val="bg1"/>
                </a:solidFill>
              </a:rPr>
              <a:t> </a:t>
            </a:r>
            <a:r>
              <a:rPr lang="en-US" sz="4300" err="1">
                <a:solidFill>
                  <a:schemeClr val="bg1"/>
                </a:solidFill>
              </a:rPr>
              <a:t>ecouter</a:t>
            </a:r>
            <a:endParaRPr lang="en-US" sz="4300">
              <a:solidFill>
                <a:schemeClr val="bg1"/>
              </a:solidFill>
            </a:endParaRPr>
          </a:p>
        </p:txBody>
      </p: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4D66DE3-2E11-1B78-405E-7E6A857F9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"/>
            <a:ext cx="12192000" cy="4286159"/>
            <a:chOff x="0" y="1"/>
            <a:chExt cx="12192000" cy="4286159"/>
          </a:xfrm>
          <a:effectLst>
            <a:outerShdw blurRad="3810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09C9C64E-9854-CF6C-92D2-34181A1EA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1"/>
              <a:ext cx="12192000" cy="4000975"/>
              <a:chOff x="0" y="1"/>
              <a:chExt cx="12192000" cy="4000975"/>
            </a:xfrm>
          </p:grpSpPr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863D8939-E852-8192-16E9-2DF0BA6C10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"/>
                <a:ext cx="12192000" cy="4000975"/>
              </a:xfrm>
              <a:custGeom>
                <a:avLst/>
                <a:gdLst>
                  <a:gd name="connsiteX0" fmla="*/ 0 w 12192000"/>
                  <a:gd name="connsiteY0" fmla="*/ 0 h 4000975"/>
                  <a:gd name="connsiteX1" fmla="*/ 12192000 w 12192000"/>
                  <a:gd name="connsiteY1" fmla="*/ 0 h 4000975"/>
                  <a:gd name="connsiteX2" fmla="*/ 12192000 w 12192000"/>
                  <a:gd name="connsiteY2" fmla="*/ 4000975 h 4000975"/>
                  <a:gd name="connsiteX3" fmla="*/ 4591050 w 12192000"/>
                  <a:gd name="connsiteY3" fmla="*/ 3848100 h 4000975"/>
                  <a:gd name="connsiteX4" fmla="*/ 0 w 12192000"/>
                  <a:gd name="connsiteY4" fmla="*/ 3999921 h 400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2000" h="400097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4000975"/>
                    </a:lnTo>
                    <a:lnTo>
                      <a:pt x="4591050" y="3848100"/>
                    </a:lnTo>
                    <a:lnTo>
                      <a:pt x="0" y="3999921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CB877557-B7D3-5A94-522F-96168F57A6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"/>
                <a:ext cx="12192000" cy="4000975"/>
              </a:xfrm>
              <a:custGeom>
                <a:avLst/>
                <a:gdLst>
                  <a:gd name="connsiteX0" fmla="*/ 0 w 12192000"/>
                  <a:gd name="connsiteY0" fmla="*/ 0 h 4000975"/>
                  <a:gd name="connsiteX1" fmla="*/ 12192000 w 12192000"/>
                  <a:gd name="connsiteY1" fmla="*/ 0 h 4000975"/>
                  <a:gd name="connsiteX2" fmla="*/ 12192000 w 12192000"/>
                  <a:gd name="connsiteY2" fmla="*/ 4000975 h 4000975"/>
                  <a:gd name="connsiteX3" fmla="*/ 4591050 w 12192000"/>
                  <a:gd name="connsiteY3" fmla="*/ 3848100 h 4000975"/>
                  <a:gd name="connsiteX4" fmla="*/ 0 w 12192000"/>
                  <a:gd name="connsiteY4" fmla="*/ 3999921 h 400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2000" h="400097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4000975"/>
                    </a:lnTo>
                    <a:lnTo>
                      <a:pt x="4591050" y="3848100"/>
                    </a:lnTo>
                    <a:lnTo>
                      <a:pt x="0" y="3999921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A4B4020C-1601-939F-02E8-5D17EC9CA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528992"/>
              <a:ext cx="12192000" cy="757168"/>
              <a:chOff x="0" y="2959818"/>
              <a:chExt cx="12192000" cy="757168"/>
            </a:xfrm>
          </p:grpSpPr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61AEBB76-FD0D-4061-D09A-6E3B8C9395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959818"/>
                <a:ext cx="12192000" cy="757168"/>
              </a:xfrm>
              <a:custGeom>
                <a:avLst/>
                <a:gdLst>
                  <a:gd name="connsiteX0" fmla="*/ 0 w 12192000"/>
                  <a:gd name="connsiteY0" fmla="*/ 0 h 757168"/>
                  <a:gd name="connsiteX1" fmla="*/ 41653 w 12192000"/>
                  <a:gd name="connsiteY1" fmla="*/ 6945 h 757168"/>
                  <a:gd name="connsiteX2" fmla="*/ 81317 w 12192000"/>
                  <a:gd name="connsiteY2" fmla="*/ 15509 h 757168"/>
                  <a:gd name="connsiteX3" fmla="*/ 114150 w 12192000"/>
                  <a:gd name="connsiteY3" fmla="*/ 28105 h 757168"/>
                  <a:gd name="connsiteX4" fmla="*/ 214865 w 12192000"/>
                  <a:gd name="connsiteY4" fmla="*/ 58374 h 757168"/>
                  <a:gd name="connsiteX5" fmla="*/ 299237 w 12192000"/>
                  <a:gd name="connsiteY5" fmla="*/ 63560 h 757168"/>
                  <a:gd name="connsiteX6" fmla="*/ 415570 w 12192000"/>
                  <a:gd name="connsiteY6" fmla="*/ 83774 h 757168"/>
                  <a:gd name="connsiteX7" fmla="*/ 633210 w 12192000"/>
                  <a:gd name="connsiteY7" fmla="*/ 109108 h 757168"/>
                  <a:gd name="connsiteX8" fmla="*/ 677567 w 12192000"/>
                  <a:gd name="connsiteY8" fmla="*/ 119446 h 757168"/>
                  <a:gd name="connsiteX9" fmla="*/ 946429 w 12192000"/>
                  <a:gd name="connsiteY9" fmla="*/ 171502 h 757168"/>
                  <a:gd name="connsiteX10" fmla="*/ 1163367 w 12192000"/>
                  <a:gd name="connsiteY10" fmla="*/ 182106 h 757168"/>
                  <a:gd name="connsiteX11" fmla="*/ 1180337 w 12192000"/>
                  <a:gd name="connsiteY11" fmla="*/ 181279 h 757168"/>
                  <a:gd name="connsiteX12" fmla="*/ 1263939 w 12192000"/>
                  <a:gd name="connsiteY12" fmla="*/ 173070 h 757168"/>
                  <a:gd name="connsiteX13" fmla="*/ 1392213 w 12192000"/>
                  <a:gd name="connsiteY13" fmla="*/ 183225 h 757168"/>
                  <a:gd name="connsiteX14" fmla="*/ 1479752 w 12192000"/>
                  <a:gd name="connsiteY14" fmla="*/ 205174 h 757168"/>
                  <a:gd name="connsiteX15" fmla="*/ 1589813 w 12192000"/>
                  <a:gd name="connsiteY15" fmla="*/ 211706 h 757168"/>
                  <a:gd name="connsiteX16" fmla="*/ 1716264 w 12192000"/>
                  <a:gd name="connsiteY16" fmla="*/ 207459 h 757168"/>
                  <a:gd name="connsiteX17" fmla="*/ 1772900 w 12192000"/>
                  <a:gd name="connsiteY17" fmla="*/ 208137 h 757168"/>
                  <a:gd name="connsiteX18" fmla="*/ 1929319 w 12192000"/>
                  <a:gd name="connsiteY18" fmla="*/ 193822 h 757168"/>
                  <a:gd name="connsiteX19" fmla="*/ 2021514 w 12192000"/>
                  <a:gd name="connsiteY19" fmla="*/ 204186 h 757168"/>
                  <a:gd name="connsiteX20" fmla="*/ 2111753 w 12192000"/>
                  <a:gd name="connsiteY20" fmla="*/ 223797 h 757168"/>
                  <a:gd name="connsiteX21" fmla="*/ 2169356 w 12192000"/>
                  <a:gd name="connsiteY21" fmla="*/ 241125 h 757168"/>
                  <a:gd name="connsiteX22" fmla="*/ 2286638 w 12192000"/>
                  <a:gd name="connsiteY22" fmla="*/ 257382 h 757168"/>
                  <a:gd name="connsiteX23" fmla="*/ 2308368 w 12192000"/>
                  <a:gd name="connsiteY23" fmla="*/ 256995 h 757168"/>
                  <a:gd name="connsiteX24" fmla="*/ 2660621 w 12192000"/>
                  <a:gd name="connsiteY24" fmla="*/ 262863 h 757168"/>
                  <a:gd name="connsiteX25" fmla="*/ 2801134 w 12192000"/>
                  <a:gd name="connsiteY25" fmla="*/ 250006 h 757168"/>
                  <a:gd name="connsiteX26" fmla="*/ 2830994 w 12192000"/>
                  <a:gd name="connsiteY26" fmla="*/ 249091 h 757168"/>
                  <a:gd name="connsiteX27" fmla="*/ 3129084 w 12192000"/>
                  <a:gd name="connsiteY27" fmla="*/ 242009 h 757168"/>
                  <a:gd name="connsiteX28" fmla="*/ 3162162 w 12192000"/>
                  <a:gd name="connsiteY28" fmla="*/ 242789 h 757168"/>
                  <a:gd name="connsiteX29" fmla="*/ 3254072 w 12192000"/>
                  <a:gd name="connsiteY29" fmla="*/ 251612 h 757168"/>
                  <a:gd name="connsiteX30" fmla="*/ 3473491 w 12192000"/>
                  <a:gd name="connsiteY30" fmla="*/ 221903 h 757168"/>
                  <a:gd name="connsiteX31" fmla="*/ 3691860 w 12192000"/>
                  <a:gd name="connsiteY31" fmla="*/ 219228 h 757168"/>
                  <a:gd name="connsiteX32" fmla="*/ 3811494 w 12192000"/>
                  <a:gd name="connsiteY32" fmla="*/ 225691 h 757168"/>
                  <a:gd name="connsiteX33" fmla="*/ 3897533 w 12192000"/>
                  <a:gd name="connsiteY33" fmla="*/ 220087 h 757168"/>
                  <a:gd name="connsiteX34" fmla="*/ 4109430 w 12192000"/>
                  <a:gd name="connsiteY34" fmla="*/ 200477 h 757168"/>
                  <a:gd name="connsiteX35" fmla="*/ 4208772 w 12192000"/>
                  <a:gd name="connsiteY35" fmla="*/ 200914 h 757168"/>
                  <a:gd name="connsiteX36" fmla="*/ 4314641 w 12192000"/>
                  <a:gd name="connsiteY36" fmla="*/ 196159 h 757168"/>
                  <a:gd name="connsiteX37" fmla="*/ 4577622 w 12192000"/>
                  <a:gd name="connsiteY37" fmla="*/ 163774 h 757168"/>
                  <a:gd name="connsiteX38" fmla="*/ 4790345 w 12192000"/>
                  <a:gd name="connsiteY38" fmla="*/ 177592 h 757168"/>
                  <a:gd name="connsiteX39" fmla="*/ 4926164 w 12192000"/>
                  <a:gd name="connsiteY39" fmla="*/ 184139 h 757168"/>
                  <a:gd name="connsiteX40" fmla="*/ 5088812 w 12192000"/>
                  <a:gd name="connsiteY40" fmla="*/ 177401 h 757168"/>
                  <a:gd name="connsiteX41" fmla="*/ 5222466 w 12192000"/>
                  <a:gd name="connsiteY41" fmla="*/ 162082 h 757168"/>
                  <a:gd name="connsiteX42" fmla="*/ 5406528 w 12192000"/>
                  <a:gd name="connsiteY42" fmla="*/ 153987 h 757168"/>
                  <a:gd name="connsiteX43" fmla="*/ 5590716 w 12192000"/>
                  <a:gd name="connsiteY43" fmla="*/ 129490 h 757168"/>
                  <a:gd name="connsiteX44" fmla="*/ 5719429 w 12192000"/>
                  <a:gd name="connsiteY44" fmla="*/ 110099 h 757168"/>
                  <a:gd name="connsiteX45" fmla="*/ 5897895 w 12192000"/>
                  <a:gd name="connsiteY45" fmla="*/ 96368 h 757168"/>
                  <a:gd name="connsiteX46" fmla="*/ 6169957 w 12192000"/>
                  <a:gd name="connsiteY46" fmla="*/ 94411 h 757168"/>
                  <a:gd name="connsiteX47" fmla="*/ 6294827 w 12192000"/>
                  <a:gd name="connsiteY47" fmla="*/ 99236 h 757168"/>
                  <a:gd name="connsiteX48" fmla="*/ 6494261 w 12192000"/>
                  <a:gd name="connsiteY48" fmla="*/ 71724 h 757168"/>
                  <a:gd name="connsiteX49" fmla="*/ 6579627 w 12192000"/>
                  <a:gd name="connsiteY49" fmla="*/ 57883 h 757168"/>
                  <a:gd name="connsiteX50" fmla="*/ 6654800 w 12192000"/>
                  <a:gd name="connsiteY50" fmla="*/ 77086 h 757168"/>
                  <a:gd name="connsiteX51" fmla="*/ 6703059 w 12192000"/>
                  <a:gd name="connsiteY51" fmla="*/ 97166 h 757168"/>
                  <a:gd name="connsiteX52" fmla="*/ 6859445 w 12192000"/>
                  <a:gd name="connsiteY52" fmla="*/ 90481 h 757168"/>
                  <a:gd name="connsiteX53" fmla="*/ 7025414 w 12192000"/>
                  <a:gd name="connsiteY53" fmla="*/ 83536 h 757168"/>
                  <a:gd name="connsiteX54" fmla="*/ 7144137 w 12192000"/>
                  <a:gd name="connsiteY54" fmla="*/ 79264 h 757168"/>
                  <a:gd name="connsiteX55" fmla="*/ 7291235 w 12192000"/>
                  <a:gd name="connsiteY55" fmla="*/ 95367 h 757168"/>
                  <a:gd name="connsiteX56" fmla="*/ 7407395 w 12192000"/>
                  <a:gd name="connsiteY56" fmla="*/ 104888 h 757168"/>
                  <a:gd name="connsiteX57" fmla="*/ 7500837 w 12192000"/>
                  <a:gd name="connsiteY57" fmla="*/ 119515 h 757168"/>
                  <a:gd name="connsiteX58" fmla="*/ 7533567 w 12192000"/>
                  <a:gd name="connsiteY58" fmla="*/ 126955 h 757168"/>
                  <a:gd name="connsiteX59" fmla="*/ 7792910 w 12192000"/>
                  <a:gd name="connsiteY59" fmla="*/ 185188 h 757168"/>
                  <a:gd name="connsiteX60" fmla="*/ 8070699 w 12192000"/>
                  <a:gd name="connsiteY60" fmla="*/ 235423 h 757168"/>
                  <a:gd name="connsiteX61" fmla="*/ 8253177 w 12192000"/>
                  <a:gd name="connsiteY61" fmla="*/ 222473 h 757168"/>
                  <a:gd name="connsiteX62" fmla="*/ 8320683 w 12192000"/>
                  <a:gd name="connsiteY62" fmla="*/ 226393 h 757168"/>
                  <a:gd name="connsiteX63" fmla="*/ 8631438 w 12192000"/>
                  <a:gd name="connsiteY63" fmla="*/ 237528 h 757168"/>
                  <a:gd name="connsiteX64" fmla="*/ 8686410 w 12192000"/>
                  <a:gd name="connsiteY64" fmla="*/ 234877 h 757168"/>
                  <a:gd name="connsiteX65" fmla="*/ 8980658 w 12192000"/>
                  <a:gd name="connsiteY65" fmla="*/ 273001 h 757168"/>
                  <a:gd name="connsiteX66" fmla="*/ 9087625 w 12192000"/>
                  <a:gd name="connsiteY66" fmla="*/ 282423 h 757168"/>
                  <a:gd name="connsiteX67" fmla="*/ 9186017 w 12192000"/>
                  <a:gd name="connsiteY67" fmla="*/ 293875 h 757168"/>
                  <a:gd name="connsiteX68" fmla="*/ 9323931 w 12192000"/>
                  <a:gd name="connsiteY68" fmla="*/ 302628 h 757168"/>
                  <a:gd name="connsiteX69" fmla="*/ 9467213 w 12192000"/>
                  <a:gd name="connsiteY69" fmla="*/ 307275 h 757168"/>
                  <a:gd name="connsiteX70" fmla="*/ 9626826 w 12192000"/>
                  <a:gd name="connsiteY70" fmla="*/ 316213 h 757168"/>
                  <a:gd name="connsiteX71" fmla="*/ 9689696 w 12192000"/>
                  <a:gd name="connsiteY71" fmla="*/ 324467 h 757168"/>
                  <a:gd name="connsiteX72" fmla="*/ 9860526 w 12192000"/>
                  <a:gd name="connsiteY72" fmla="*/ 329986 h 757168"/>
                  <a:gd name="connsiteX73" fmla="*/ 9949775 w 12192000"/>
                  <a:gd name="connsiteY73" fmla="*/ 340386 h 757168"/>
                  <a:gd name="connsiteX74" fmla="*/ 10097252 w 12192000"/>
                  <a:gd name="connsiteY74" fmla="*/ 349262 h 757168"/>
                  <a:gd name="connsiteX75" fmla="*/ 10145261 w 12192000"/>
                  <a:gd name="connsiteY75" fmla="*/ 353113 h 757168"/>
                  <a:gd name="connsiteX76" fmla="*/ 10188159 w 12192000"/>
                  <a:gd name="connsiteY76" fmla="*/ 356124 h 757168"/>
                  <a:gd name="connsiteX77" fmla="*/ 10336144 w 12192000"/>
                  <a:gd name="connsiteY77" fmla="*/ 348235 h 757168"/>
                  <a:gd name="connsiteX78" fmla="*/ 10466847 w 12192000"/>
                  <a:gd name="connsiteY78" fmla="*/ 354131 h 757168"/>
                  <a:gd name="connsiteX79" fmla="*/ 10696514 w 12192000"/>
                  <a:gd name="connsiteY79" fmla="*/ 353575 h 757168"/>
                  <a:gd name="connsiteX80" fmla="*/ 10746932 w 12192000"/>
                  <a:gd name="connsiteY80" fmla="*/ 360606 h 757168"/>
                  <a:gd name="connsiteX81" fmla="*/ 10905388 w 12192000"/>
                  <a:gd name="connsiteY81" fmla="*/ 370627 h 757168"/>
                  <a:gd name="connsiteX82" fmla="*/ 10995602 w 12192000"/>
                  <a:gd name="connsiteY82" fmla="*/ 376691 h 757168"/>
                  <a:gd name="connsiteX83" fmla="*/ 11107647 w 12192000"/>
                  <a:gd name="connsiteY83" fmla="*/ 373405 h 757168"/>
                  <a:gd name="connsiteX84" fmla="*/ 11302440 w 12192000"/>
                  <a:gd name="connsiteY84" fmla="*/ 364156 h 757168"/>
                  <a:gd name="connsiteX85" fmla="*/ 11353613 w 12192000"/>
                  <a:gd name="connsiteY85" fmla="*/ 363785 h 757168"/>
                  <a:gd name="connsiteX86" fmla="*/ 11447323 w 12192000"/>
                  <a:gd name="connsiteY86" fmla="*/ 359346 h 757168"/>
                  <a:gd name="connsiteX87" fmla="*/ 11464292 w 12192000"/>
                  <a:gd name="connsiteY87" fmla="*/ 358519 h 757168"/>
                  <a:gd name="connsiteX88" fmla="*/ 11607560 w 12192000"/>
                  <a:gd name="connsiteY88" fmla="*/ 342370 h 757168"/>
                  <a:gd name="connsiteX89" fmla="*/ 11681426 w 12192000"/>
                  <a:gd name="connsiteY89" fmla="*/ 344335 h 757168"/>
                  <a:gd name="connsiteX90" fmla="*/ 11893565 w 12192000"/>
                  <a:gd name="connsiteY90" fmla="*/ 355261 h 757168"/>
                  <a:gd name="connsiteX91" fmla="*/ 11983290 w 12192000"/>
                  <a:gd name="connsiteY91" fmla="*/ 363588 h 757168"/>
                  <a:gd name="connsiteX92" fmla="*/ 12192000 w 12192000"/>
                  <a:gd name="connsiteY92" fmla="*/ 388018 h 757168"/>
                  <a:gd name="connsiteX93" fmla="*/ 12192000 w 12192000"/>
                  <a:gd name="connsiteY93" fmla="*/ 577115 h 757168"/>
                  <a:gd name="connsiteX94" fmla="*/ 12157329 w 12192000"/>
                  <a:gd name="connsiteY94" fmla="*/ 588862 h 757168"/>
                  <a:gd name="connsiteX95" fmla="*/ 12066948 w 12192000"/>
                  <a:gd name="connsiteY95" fmla="*/ 586034 h 757168"/>
                  <a:gd name="connsiteX96" fmla="*/ 11911344 w 12192000"/>
                  <a:gd name="connsiteY96" fmla="*/ 521599 h 757168"/>
                  <a:gd name="connsiteX97" fmla="*/ 11847823 w 12192000"/>
                  <a:gd name="connsiteY97" fmla="*/ 511785 h 757168"/>
                  <a:gd name="connsiteX98" fmla="*/ 11737547 w 12192000"/>
                  <a:gd name="connsiteY98" fmla="*/ 502380 h 757168"/>
                  <a:gd name="connsiteX99" fmla="*/ 11636052 w 12192000"/>
                  <a:gd name="connsiteY99" fmla="*/ 514993 h 757168"/>
                  <a:gd name="connsiteX100" fmla="*/ 11394706 w 12192000"/>
                  <a:gd name="connsiteY100" fmla="*/ 590867 h 757168"/>
                  <a:gd name="connsiteX101" fmla="*/ 11354978 w 12192000"/>
                  <a:gd name="connsiteY101" fmla="*/ 597561 h 757168"/>
                  <a:gd name="connsiteX102" fmla="*/ 11285306 w 12192000"/>
                  <a:gd name="connsiteY102" fmla="*/ 599825 h 757168"/>
                  <a:gd name="connsiteX103" fmla="*/ 11008528 w 12192000"/>
                  <a:gd name="connsiteY103" fmla="*/ 656670 h 757168"/>
                  <a:gd name="connsiteX104" fmla="*/ 10948735 w 12192000"/>
                  <a:gd name="connsiteY104" fmla="*/ 652964 h 757168"/>
                  <a:gd name="connsiteX105" fmla="*/ 10850698 w 12192000"/>
                  <a:gd name="connsiteY105" fmla="*/ 641721 h 757168"/>
                  <a:gd name="connsiteX106" fmla="*/ 10744026 w 12192000"/>
                  <a:gd name="connsiteY106" fmla="*/ 647769 h 757168"/>
                  <a:gd name="connsiteX107" fmla="*/ 10666160 w 12192000"/>
                  <a:gd name="connsiteY107" fmla="*/ 651891 h 757168"/>
                  <a:gd name="connsiteX108" fmla="*/ 10450521 w 12192000"/>
                  <a:gd name="connsiteY108" fmla="*/ 616552 h 757168"/>
                  <a:gd name="connsiteX109" fmla="*/ 10271192 w 12192000"/>
                  <a:gd name="connsiteY109" fmla="*/ 583498 h 757168"/>
                  <a:gd name="connsiteX110" fmla="*/ 10246067 w 12192000"/>
                  <a:gd name="connsiteY110" fmla="*/ 585423 h 757168"/>
                  <a:gd name="connsiteX111" fmla="*/ 10005027 w 12192000"/>
                  <a:gd name="connsiteY111" fmla="*/ 592252 h 757168"/>
                  <a:gd name="connsiteX112" fmla="*/ 9898681 w 12192000"/>
                  <a:gd name="connsiteY112" fmla="*/ 613195 h 757168"/>
                  <a:gd name="connsiteX113" fmla="*/ 9753225 w 12192000"/>
                  <a:gd name="connsiteY113" fmla="*/ 629038 h 757168"/>
                  <a:gd name="connsiteX114" fmla="*/ 9591376 w 12192000"/>
                  <a:gd name="connsiteY114" fmla="*/ 648601 h 757168"/>
                  <a:gd name="connsiteX115" fmla="*/ 9472860 w 12192000"/>
                  <a:gd name="connsiteY115" fmla="*/ 655936 h 757168"/>
                  <a:gd name="connsiteX116" fmla="*/ 9299788 w 12192000"/>
                  <a:gd name="connsiteY116" fmla="*/ 636945 h 757168"/>
                  <a:gd name="connsiteX117" fmla="*/ 9264605 w 12192000"/>
                  <a:gd name="connsiteY117" fmla="*/ 627087 h 757168"/>
                  <a:gd name="connsiteX118" fmla="*/ 8926435 w 12192000"/>
                  <a:gd name="connsiteY118" fmla="*/ 549269 h 757168"/>
                  <a:gd name="connsiteX119" fmla="*/ 8698934 w 12192000"/>
                  <a:gd name="connsiteY119" fmla="*/ 536583 h 757168"/>
                  <a:gd name="connsiteX120" fmla="*/ 8622862 w 12192000"/>
                  <a:gd name="connsiteY120" fmla="*/ 541563 h 757168"/>
                  <a:gd name="connsiteX121" fmla="*/ 8482784 w 12192000"/>
                  <a:gd name="connsiteY121" fmla="*/ 574094 h 757168"/>
                  <a:gd name="connsiteX122" fmla="*/ 8421565 w 12192000"/>
                  <a:gd name="connsiteY122" fmla="*/ 576610 h 757168"/>
                  <a:gd name="connsiteX123" fmla="*/ 8313469 w 12192000"/>
                  <a:gd name="connsiteY123" fmla="*/ 574762 h 757168"/>
                  <a:gd name="connsiteX124" fmla="*/ 8079520 w 12192000"/>
                  <a:gd name="connsiteY124" fmla="*/ 558685 h 757168"/>
                  <a:gd name="connsiteX125" fmla="*/ 7773327 w 12192000"/>
                  <a:gd name="connsiteY125" fmla="*/ 558854 h 757168"/>
                  <a:gd name="connsiteX126" fmla="*/ 7652477 w 12192000"/>
                  <a:gd name="connsiteY126" fmla="*/ 547561 h 757168"/>
                  <a:gd name="connsiteX127" fmla="*/ 7522274 w 12192000"/>
                  <a:gd name="connsiteY127" fmla="*/ 532150 h 757168"/>
                  <a:gd name="connsiteX128" fmla="*/ 7484080 w 12192000"/>
                  <a:gd name="connsiteY128" fmla="*/ 530532 h 757168"/>
                  <a:gd name="connsiteX129" fmla="*/ 7282277 w 12192000"/>
                  <a:gd name="connsiteY129" fmla="*/ 540177 h 757168"/>
                  <a:gd name="connsiteX130" fmla="*/ 7235690 w 12192000"/>
                  <a:gd name="connsiteY130" fmla="*/ 551282 h 757168"/>
                  <a:gd name="connsiteX131" fmla="*/ 7116339 w 12192000"/>
                  <a:gd name="connsiteY131" fmla="*/ 539494 h 757168"/>
                  <a:gd name="connsiteX132" fmla="*/ 7011067 w 12192000"/>
                  <a:gd name="connsiteY132" fmla="*/ 511848 h 757168"/>
                  <a:gd name="connsiteX133" fmla="*/ 6403234 w 12192000"/>
                  <a:gd name="connsiteY133" fmla="*/ 432296 h 757168"/>
                  <a:gd name="connsiteX134" fmla="*/ 6036273 w 12192000"/>
                  <a:gd name="connsiteY134" fmla="*/ 412301 h 757168"/>
                  <a:gd name="connsiteX135" fmla="*/ 5780467 w 12192000"/>
                  <a:gd name="connsiteY135" fmla="*/ 377910 h 757168"/>
                  <a:gd name="connsiteX136" fmla="*/ 5739051 w 12192000"/>
                  <a:gd name="connsiteY136" fmla="*/ 353609 h 757168"/>
                  <a:gd name="connsiteX137" fmla="*/ 5583566 w 12192000"/>
                  <a:gd name="connsiteY137" fmla="*/ 321995 h 757168"/>
                  <a:gd name="connsiteX138" fmla="*/ 5432030 w 12192000"/>
                  <a:gd name="connsiteY138" fmla="*/ 362512 h 757168"/>
                  <a:gd name="connsiteX139" fmla="*/ 5241398 w 12192000"/>
                  <a:gd name="connsiteY139" fmla="*/ 425781 h 757168"/>
                  <a:gd name="connsiteX140" fmla="*/ 5139710 w 12192000"/>
                  <a:gd name="connsiteY140" fmla="*/ 421022 h 757168"/>
                  <a:gd name="connsiteX141" fmla="*/ 4929402 w 12192000"/>
                  <a:gd name="connsiteY141" fmla="*/ 424310 h 757168"/>
                  <a:gd name="connsiteX142" fmla="*/ 4782793 w 12192000"/>
                  <a:gd name="connsiteY142" fmla="*/ 441046 h 757168"/>
                  <a:gd name="connsiteX143" fmla="*/ 4577594 w 12192000"/>
                  <a:gd name="connsiteY143" fmla="*/ 459290 h 757168"/>
                  <a:gd name="connsiteX144" fmla="*/ 4500826 w 12192000"/>
                  <a:gd name="connsiteY144" fmla="*/ 470529 h 757168"/>
                  <a:gd name="connsiteX145" fmla="*/ 4317973 w 12192000"/>
                  <a:gd name="connsiteY145" fmla="*/ 483649 h 757168"/>
                  <a:gd name="connsiteX146" fmla="*/ 4166722 w 12192000"/>
                  <a:gd name="connsiteY146" fmla="*/ 490602 h 757168"/>
                  <a:gd name="connsiteX147" fmla="*/ 4042814 w 12192000"/>
                  <a:gd name="connsiteY147" fmla="*/ 530660 h 757168"/>
                  <a:gd name="connsiteX148" fmla="*/ 4002653 w 12192000"/>
                  <a:gd name="connsiteY148" fmla="*/ 552594 h 757168"/>
                  <a:gd name="connsiteX149" fmla="*/ 3969549 w 12192000"/>
                  <a:gd name="connsiteY149" fmla="*/ 566312 h 757168"/>
                  <a:gd name="connsiteX150" fmla="*/ 3821685 w 12192000"/>
                  <a:gd name="connsiteY150" fmla="*/ 649183 h 757168"/>
                  <a:gd name="connsiteX151" fmla="*/ 3805138 w 12192000"/>
                  <a:gd name="connsiteY151" fmla="*/ 655947 h 757168"/>
                  <a:gd name="connsiteX152" fmla="*/ 3609177 w 12192000"/>
                  <a:gd name="connsiteY152" fmla="*/ 687459 h 757168"/>
                  <a:gd name="connsiteX153" fmla="*/ 3539727 w 12192000"/>
                  <a:gd name="connsiteY153" fmla="*/ 706521 h 757168"/>
                  <a:gd name="connsiteX154" fmla="*/ 3396572 w 12192000"/>
                  <a:gd name="connsiteY154" fmla="*/ 755681 h 757168"/>
                  <a:gd name="connsiteX155" fmla="*/ 3341054 w 12192000"/>
                  <a:gd name="connsiteY155" fmla="*/ 754679 h 757168"/>
                  <a:gd name="connsiteX156" fmla="*/ 3138775 w 12192000"/>
                  <a:gd name="connsiteY156" fmla="*/ 710120 h 757168"/>
                  <a:gd name="connsiteX157" fmla="*/ 3037283 w 12192000"/>
                  <a:gd name="connsiteY157" fmla="*/ 666453 h 757168"/>
                  <a:gd name="connsiteX158" fmla="*/ 3002117 w 12192000"/>
                  <a:gd name="connsiteY158" fmla="*/ 649347 h 757168"/>
                  <a:gd name="connsiteX159" fmla="*/ 2747294 w 12192000"/>
                  <a:gd name="connsiteY159" fmla="*/ 652400 h 757168"/>
                  <a:gd name="connsiteX160" fmla="*/ 2676273 w 12192000"/>
                  <a:gd name="connsiteY160" fmla="*/ 652304 h 757168"/>
                  <a:gd name="connsiteX161" fmla="*/ 2432360 w 12192000"/>
                  <a:gd name="connsiteY161" fmla="*/ 657836 h 757168"/>
                  <a:gd name="connsiteX162" fmla="*/ 2382311 w 12192000"/>
                  <a:gd name="connsiteY162" fmla="*/ 650824 h 757168"/>
                  <a:gd name="connsiteX163" fmla="*/ 2055134 w 12192000"/>
                  <a:gd name="connsiteY163" fmla="*/ 630053 h 757168"/>
                  <a:gd name="connsiteX164" fmla="*/ 2031829 w 12192000"/>
                  <a:gd name="connsiteY164" fmla="*/ 639324 h 757168"/>
                  <a:gd name="connsiteX165" fmla="*/ 1912764 w 12192000"/>
                  <a:gd name="connsiteY165" fmla="*/ 664183 h 757168"/>
                  <a:gd name="connsiteX166" fmla="*/ 1755637 w 12192000"/>
                  <a:gd name="connsiteY166" fmla="*/ 663960 h 757168"/>
                  <a:gd name="connsiteX167" fmla="*/ 1727159 w 12192000"/>
                  <a:gd name="connsiteY167" fmla="*/ 659605 h 757168"/>
                  <a:gd name="connsiteX168" fmla="*/ 1622470 w 12192000"/>
                  <a:gd name="connsiteY168" fmla="*/ 634850 h 757168"/>
                  <a:gd name="connsiteX169" fmla="*/ 1385955 w 12192000"/>
                  <a:gd name="connsiteY169" fmla="*/ 604522 h 757168"/>
                  <a:gd name="connsiteX170" fmla="*/ 1340055 w 12192000"/>
                  <a:gd name="connsiteY170" fmla="*/ 595629 h 757168"/>
                  <a:gd name="connsiteX171" fmla="*/ 1257271 w 12192000"/>
                  <a:gd name="connsiteY171" fmla="*/ 581180 h 757168"/>
                  <a:gd name="connsiteX172" fmla="*/ 1031914 w 12192000"/>
                  <a:gd name="connsiteY172" fmla="*/ 562692 h 757168"/>
                  <a:gd name="connsiteX173" fmla="*/ 922031 w 12192000"/>
                  <a:gd name="connsiteY173" fmla="*/ 566853 h 757168"/>
                  <a:gd name="connsiteX174" fmla="*/ 873250 w 12192000"/>
                  <a:gd name="connsiteY174" fmla="*/ 563724 h 757168"/>
                  <a:gd name="connsiteX175" fmla="*/ 711627 w 12192000"/>
                  <a:gd name="connsiteY175" fmla="*/ 529880 h 757168"/>
                  <a:gd name="connsiteX176" fmla="*/ 311112 w 12192000"/>
                  <a:gd name="connsiteY176" fmla="*/ 525106 h 757168"/>
                  <a:gd name="connsiteX177" fmla="*/ 184145 w 12192000"/>
                  <a:gd name="connsiteY177" fmla="*/ 532188 h 757168"/>
                  <a:gd name="connsiteX178" fmla="*/ 116886 w 12192000"/>
                  <a:gd name="connsiteY178" fmla="*/ 530572 h 757168"/>
                  <a:gd name="connsiteX179" fmla="*/ 23941 w 12192000"/>
                  <a:gd name="connsiteY179" fmla="*/ 506433 h 757168"/>
                  <a:gd name="connsiteX180" fmla="*/ 0 w 12192000"/>
                  <a:gd name="connsiteY180" fmla="*/ 502149 h 75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12192000" h="757168">
                    <a:moveTo>
                      <a:pt x="0" y="0"/>
                    </a:moveTo>
                    <a:lnTo>
                      <a:pt x="41653" y="6945"/>
                    </a:lnTo>
                    <a:cubicBezTo>
                      <a:pt x="55151" y="9178"/>
                      <a:pt x="68996" y="11810"/>
                      <a:pt x="81317" y="15509"/>
                    </a:cubicBezTo>
                    <a:cubicBezTo>
                      <a:pt x="92911" y="18978"/>
                      <a:pt x="102562" y="24446"/>
                      <a:pt x="114150" y="28105"/>
                    </a:cubicBezTo>
                    <a:cubicBezTo>
                      <a:pt x="145644" y="37958"/>
                      <a:pt x="177914" y="47281"/>
                      <a:pt x="214865" y="58374"/>
                    </a:cubicBezTo>
                    <a:cubicBezTo>
                      <a:pt x="236680" y="42349"/>
                      <a:pt x="264438" y="53534"/>
                      <a:pt x="299237" y="63560"/>
                    </a:cubicBezTo>
                    <a:cubicBezTo>
                      <a:pt x="334763" y="73816"/>
                      <a:pt x="376093" y="78654"/>
                      <a:pt x="415570" y="83774"/>
                    </a:cubicBezTo>
                    <a:cubicBezTo>
                      <a:pt x="487949" y="93100"/>
                      <a:pt x="560804" y="100354"/>
                      <a:pt x="633210" y="109108"/>
                    </a:cubicBezTo>
                    <a:cubicBezTo>
                      <a:pt x="648566" y="111058"/>
                      <a:pt x="666073" y="114072"/>
                      <a:pt x="677567" y="119446"/>
                    </a:cubicBezTo>
                    <a:cubicBezTo>
                      <a:pt x="756262" y="155621"/>
                      <a:pt x="853422" y="169678"/>
                      <a:pt x="946429" y="171502"/>
                    </a:cubicBezTo>
                    <a:cubicBezTo>
                      <a:pt x="1019582" y="173044"/>
                      <a:pt x="1091239" y="175083"/>
                      <a:pt x="1163367" y="182106"/>
                    </a:cubicBezTo>
                    <a:cubicBezTo>
                      <a:pt x="1168863" y="182586"/>
                      <a:pt x="1176224" y="182589"/>
                      <a:pt x="1180337" y="181279"/>
                    </a:cubicBezTo>
                    <a:cubicBezTo>
                      <a:pt x="1205822" y="172503"/>
                      <a:pt x="1231920" y="173109"/>
                      <a:pt x="1263939" y="173070"/>
                    </a:cubicBezTo>
                    <a:cubicBezTo>
                      <a:pt x="1309211" y="172961"/>
                      <a:pt x="1350592" y="176848"/>
                      <a:pt x="1392213" y="183225"/>
                    </a:cubicBezTo>
                    <a:cubicBezTo>
                      <a:pt x="1422516" y="187866"/>
                      <a:pt x="1453010" y="195759"/>
                      <a:pt x="1479752" y="205174"/>
                    </a:cubicBezTo>
                    <a:cubicBezTo>
                      <a:pt x="1516962" y="218381"/>
                      <a:pt x="1553071" y="224660"/>
                      <a:pt x="1589813" y="211706"/>
                    </a:cubicBezTo>
                    <a:cubicBezTo>
                      <a:pt x="1629541" y="197953"/>
                      <a:pt x="1673292" y="205778"/>
                      <a:pt x="1716264" y="207459"/>
                    </a:cubicBezTo>
                    <a:cubicBezTo>
                      <a:pt x="1734988" y="208248"/>
                      <a:pt x="1754789" y="209668"/>
                      <a:pt x="1772900" y="208137"/>
                    </a:cubicBezTo>
                    <a:cubicBezTo>
                      <a:pt x="1825381" y="203828"/>
                      <a:pt x="1876222" y="195808"/>
                      <a:pt x="1929319" y="193822"/>
                    </a:cubicBezTo>
                    <a:cubicBezTo>
                      <a:pt x="1958819" y="192698"/>
                      <a:pt x="1991232" y="199166"/>
                      <a:pt x="2021514" y="204186"/>
                    </a:cubicBezTo>
                    <a:cubicBezTo>
                      <a:pt x="2052154" y="209417"/>
                      <a:pt x="2082323" y="216530"/>
                      <a:pt x="2111753" y="223797"/>
                    </a:cubicBezTo>
                    <a:cubicBezTo>
                      <a:pt x="2131736" y="228659"/>
                      <a:pt x="2153567" y="233429"/>
                      <a:pt x="2169356" y="241125"/>
                    </a:cubicBezTo>
                    <a:cubicBezTo>
                      <a:pt x="2205243" y="258649"/>
                      <a:pt x="2242901" y="263295"/>
                      <a:pt x="2286638" y="257382"/>
                    </a:cubicBezTo>
                    <a:cubicBezTo>
                      <a:pt x="2293313" y="256396"/>
                      <a:pt x="2301018" y="256799"/>
                      <a:pt x="2308368" y="256995"/>
                    </a:cubicBezTo>
                    <a:cubicBezTo>
                      <a:pt x="2426026" y="259155"/>
                      <a:pt x="2543593" y="262834"/>
                      <a:pt x="2660621" y="262863"/>
                    </a:cubicBezTo>
                    <a:cubicBezTo>
                      <a:pt x="2708088" y="262871"/>
                      <a:pt x="2754165" y="254412"/>
                      <a:pt x="2801134" y="250006"/>
                    </a:cubicBezTo>
                    <a:cubicBezTo>
                      <a:pt x="2810748" y="249174"/>
                      <a:pt x="2821504" y="247638"/>
                      <a:pt x="2830994" y="249091"/>
                    </a:cubicBezTo>
                    <a:cubicBezTo>
                      <a:pt x="2934354" y="264045"/>
                      <a:pt x="3032340" y="255254"/>
                      <a:pt x="3129084" y="242009"/>
                    </a:cubicBezTo>
                    <a:cubicBezTo>
                      <a:pt x="3139090" y="240625"/>
                      <a:pt x="3151170" y="241831"/>
                      <a:pt x="3162162" y="242789"/>
                    </a:cubicBezTo>
                    <a:cubicBezTo>
                      <a:pt x="3192925" y="245736"/>
                      <a:pt x="3225969" y="254145"/>
                      <a:pt x="3254072" y="251612"/>
                    </a:cubicBezTo>
                    <a:cubicBezTo>
                      <a:pt x="3328782" y="244461"/>
                      <a:pt x="3402881" y="234992"/>
                      <a:pt x="3473491" y="221903"/>
                    </a:cubicBezTo>
                    <a:cubicBezTo>
                      <a:pt x="3545212" y="208683"/>
                      <a:pt x="3611651" y="197856"/>
                      <a:pt x="3691860" y="219228"/>
                    </a:cubicBezTo>
                    <a:cubicBezTo>
                      <a:pt x="3725977" y="228268"/>
                      <a:pt x="3771754" y="225515"/>
                      <a:pt x="3811494" y="225691"/>
                    </a:cubicBezTo>
                    <a:cubicBezTo>
                      <a:pt x="3840564" y="225687"/>
                      <a:pt x="3868906" y="218586"/>
                      <a:pt x="3897533" y="220087"/>
                    </a:cubicBezTo>
                    <a:cubicBezTo>
                      <a:pt x="3973874" y="224087"/>
                      <a:pt x="4042293" y="217563"/>
                      <a:pt x="4109430" y="200477"/>
                    </a:cubicBezTo>
                    <a:cubicBezTo>
                      <a:pt x="4135544" y="193834"/>
                      <a:pt x="4175268" y="201258"/>
                      <a:pt x="4208772" y="200914"/>
                    </a:cubicBezTo>
                    <a:cubicBezTo>
                      <a:pt x="4244136" y="200288"/>
                      <a:pt x="4280583" y="199908"/>
                      <a:pt x="4314641" y="196159"/>
                    </a:cubicBezTo>
                    <a:cubicBezTo>
                      <a:pt x="4402743" y="186278"/>
                      <a:pt x="4489848" y="174436"/>
                      <a:pt x="4577622" y="163774"/>
                    </a:cubicBezTo>
                    <a:cubicBezTo>
                      <a:pt x="4649843" y="154967"/>
                      <a:pt x="4719794" y="168553"/>
                      <a:pt x="4790345" y="177592"/>
                    </a:cubicBezTo>
                    <a:cubicBezTo>
                      <a:pt x="4834576" y="183345"/>
                      <a:pt x="4875614" y="193701"/>
                      <a:pt x="4926164" y="184139"/>
                    </a:cubicBezTo>
                    <a:cubicBezTo>
                      <a:pt x="4974485" y="175032"/>
                      <a:pt x="5034899" y="180870"/>
                      <a:pt x="5088812" y="177401"/>
                    </a:cubicBezTo>
                    <a:cubicBezTo>
                      <a:pt x="5134238" y="174439"/>
                      <a:pt x="5178353" y="168165"/>
                      <a:pt x="5222466" y="162082"/>
                    </a:cubicBezTo>
                    <a:cubicBezTo>
                      <a:pt x="5282519" y="153783"/>
                      <a:pt x="5341864" y="144876"/>
                      <a:pt x="5406528" y="153987"/>
                    </a:cubicBezTo>
                    <a:cubicBezTo>
                      <a:pt x="5479960" y="164323"/>
                      <a:pt x="5531876" y="142624"/>
                      <a:pt x="5590716" y="129490"/>
                    </a:cubicBezTo>
                    <a:cubicBezTo>
                      <a:pt x="5631296" y="120553"/>
                      <a:pt x="5675395" y="114659"/>
                      <a:pt x="5719429" y="110099"/>
                    </a:cubicBezTo>
                    <a:cubicBezTo>
                      <a:pt x="5778247" y="104215"/>
                      <a:pt x="5838715" y="102042"/>
                      <a:pt x="5897895" y="96368"/>
                    </a:cubicBezTo>
                    <a:cubicBezTo>
                      <a:pt x="5987399" y="87895"/>
                      <a:pt x="6077855" y="82333"/>
                      <a:pt x="6169957" y="94411"/>
                    </a:cubicBezTo>
                    <a:cubicBezTo>
                      <a:pt x="6212360" y="99875"/>
                      <a:pt x="6252010" y="101763"/>
                      <a:pt x="6294827" y="99236"/>
                    </a:cubicBezTo>
                    <a:cubicBezTo>
                      <a:pt x="6364965" y="95091"/>
                      <a:pt x="6436581" y="97891"/>
                      <a:pt x="6494261" y="71724"/>
                    </a:cubicBezTo>
                    <a:cubicBezTo>
                      <a:pt x="6514615" y="62488"/>
                      <a:pt x="6550354" y="61691"/>
                      <a:pt x="6579627" y="57883"/>
                    </a:cubicBezTo>
                    <a:cubicBezTo>
                      <a:pt x="6613354" y="53353"/>
                      <a:pt x="6637770" y="57878"/>
                      <a:pt x="6654800" y="77086"/>
                    </a:cubicBezTo>
                    <a:cubicBezTo>
                      <a:pt x="6662444" y="85688"/>
                      <a:pt x="6685147" y="94892"/>
                      <a:pt x="6703059" y="97166"/>
                    </a:cubicBezTo>
                    <a:cubicBezTo>
                      <a:pt x="6756799" y="103989"/>
                      <a:pt x="6806654" y="100687"/>
                      <a:pt x="6859445" y="90481"/>
                    </a:cubicBezTo>
                    <a:cubicBezTo>
                      <a:pt x="6908894" y="80861"/>
                      <a:pt x="6969747" y="85387"/>
                      <a:pt x="7025414" y="83536"/>
                    </a:cubicBezTo>
                    <a:cubicBezTo>
                      <a:pt x="7064862" y="82168"/>
                      <a:pt x="7104501" y="77186"/>
                      <a:pt x="7144137" y="79264"/>
                    </a:cubicBezTo>
                    <a:cubicBezTo>
                      <a:pt x="7193316" y="81841"/>
                      <a:pt x="7241809" y="90488"/>
                      <a:pt x="7291235" y="95367"/>
                    </a:cubicBezTo>
                    <a:cubicBezTo>
                      <a:pt x="7329668" y="99288"/>
                      <a:pt x="7368978" y="100585"/>
                      <a:pt x="7407395" y="104888"/>
                    </a:cubicBezTo>
                    <a:cubicBezTo>
                      <a:pt x="7438868" y="108256"/>
                      <a:pt x="7469832" y="114265"/>
                      <a:pt x="7500837" y="119515"/>
                    </a:cubicBezTo>
                    <a:cubicBezTo>
                      <a:pt x="7512146" y="121444"/>
                      <a:pt x="7523255" y="127178"/>
                      <a:pt x="7533567" y="126955"/>
                    </a:cubicBezTo>
                    <a:cubicBezTo>
                      <a:pt x="7636025" y="124121"/>
                      <a:pt x="7707510" y="164497"/>
                      <a:pt x="7792910" y="185188"/>
                    </a:cubicBezTo>
                    <a:cubicBezTo>
                      <a:pt x="7882663" y="207063"/>
                      <a:pt x="7969001" y="237914"/>
                      <a:pt x="8070699" y="235423"/>
                    </a:cubicBezTo>
                    <a:cubicBezTo>
                      <a:pt x="8132239" y="233879"/>
                      <a:pt x="8191903" y="225939"/>
                      <a:pt x="8253177" y="222473"/>
                    </a:cubicBezTo>
                    <a:cubicBezTo>
                      <a:pt x="8274949" y="221324"/>
                      <a:pt x="8299150" y="222976"/>
                      <a:pt x="8320683" y="226393"/>
                    </a:cubicBezTo>
                    <a:cubicBezTo>
                      <a:pt x="8424731" y="242340"/>
                      <a:pt x="8527777" y="249266"/>
                      <a:pt x="8631438" y="237528"/>
                    </a:cubicBezTo>
                    <a:cubicBezTo>
                      <a:pt x="8649201" y="235596"/>
                      <a:pt x="8668058" y="233915"/>
                      <a:pt x="8686410" y="234877"/>
                    </a:cubicBezTo>
                    <a:cubicBezTo>
                      <a:pt x="8786966" y="240146"/>
                      <a:pt x="8885480" y="249315"/>
                      <a:pt x="8980658" y="273001"/>
                    </a:cubicBezTo>
                    <a:cubicBezTo>
                      <a:pt x="9012626" y="280972"/>
                      <a:pt x="9052108" y="279035"/>
                      <a:pt x="9087625" y="282423"/>
                    </a:cubicBezTo>
                    <a:cubicBezTo>
                      <a:pt x="9120583" y="285484"/>
                      <a:pt x="9154319" y="287825"/>
                      <a:pt x="9186017" y="293875"/>
                    </a:cubicBezTo>
                    <a:cubicBezTo>
                      <a:pt x="9232288" y="302785"/>
                      <a:pt x="9275554" y="305815"/>
                      <a:pt x="9323931" y="302628"/>
                    </a:cubicBezTo>
                    <a:cubicBezTo>
                      <a:pt x="9370084" y="299705"/>
                      <a:pt x="9419491" y="304964"/>
                      <a:pt x="9467213" y="307275"/>
                    </a:cubicBezTo>
                    <a:cubicBezTo>
                      <a:pt x="9520438" y="309874"/>
                      <a:pt x="9573661" y="312473"/>
                      <a:pt x="9626826" y="316213"/>
                    </a:cubicBezTo>
                    <a:cubicBezTo>
                      <a:pt x="9648094" y="317708"/>
                      <a:pt x="9671915" y="326588"/>
                      <a:pt x="9689696" y="324467"/>
                    </a:cubicBezTo>
                    <a:cubicBezTo>
                      <a:pt x="9747117" y="317175"/>
                      <a:pt x="9803355" y="332523"/>
                      <a:pt x="9860526" y="329986"/>
                    </a:cubicBezTo>
                    <a:cubicBezTo>
                      <a:pt x="9888572" y="328594"/>
                      <a:pt x="9919723" y="338048"/>
                      <a:pt x="9949775" y="340386"/>
                    </a:cubicBezTo>
                    <a:cubicBezTo>
                      <a:pt x="9998886" y="344296"/>
                      <a:pt x="10048092" y="346302"/>
                      <a:pt x="10097252" y="349262"/>
                    </a:cubicBezTo>
                    <a:cubicBezTo>
                      <a:pt x="10113390" y="350297"/>
                      <a:pt x="10129133" y="351886"/>
                      <a:pt x="10145261" y="353113"/>
                    </a:cubicBezTo>
                    <a:cubicBezTo>
                      <a:pt x="10159555" y="354243"/>
                      <a:pt x="10174512" y="356743"/>
                      <a:pt x="10188159" y="356124"/>
                    </a:cubicBezTo>
                    <a:cubicBezTo>
                      <a:pt x="10237589" y="353944"/>
                      <a:pt x="10286441" y="348682"/>
                      <a:pt x="10336144" y="348235"/>
                    </a:cubicBezTo>
                    <a:cubicBezTo>
                      <a:pt x="10379222" y="347822"/>
                      <a:pt x="10423443" y="353764"/>
                      <a:pt x="10466847" y="354131"/>
                    </a:cubicBezTo>
                    <a:cubicBezTo>
                      <a:pt x="10543353" y="354898"/>
                      <a:pt x="10619988" y="353190"/>
                      <a:pt x="10696514" y="353575"/>
                    </a:cubicBezTo>
                    <a:cubicBezTo>
                      <a:pt x="10713071" y="353680"/>
                      <a:pt x="10730069" y="359342"/>
                      <a:pt x="10746932" y="360606"/>
                    </a:cubicBezTo>
                    <a:cubicBezTo>
                      <a:pt x="10799731" y="364326"/>
                      <a:pt x="10852569" y="367289"/>
                      <a:pt x="10905388" y="370627"/>
                    </a:cubicBezTo>
                    <a:cubicBezTo>
                      <a:pt x="10935470" y="372396"/>
                      <a:pt x="10965963" y="373421"/>
                      <a:pt x="10995602" y="376691"/>
                    </a:cubicBezTo>
                    <a:cubicBezTo>
                      <a:pt x="11034750" y="381032"/>
                      <a:pt x="11070168" y="386324"/>
                      <a:pt x="11107647" y="373405"/>
                    </a:cubicBezTo>
                    <a:cubicBezTo>
                      <a:pt x="11165372" y="353347"/>
                      <a:pt x="11236837" y="366060"/>
                      <a:pt x="11302440" y="364156"/>
                    </a:cubicBezTo>
                    <a:cubicBezTo>
                      <a:pt x="11319394" y="363708"/>
                      <a:pt x="11336655" y="364422"/>
                      <a:pt x="11353613" y="363785"/>
                    </a:cubicBezTo>
                    <a:cubicBezTo>
                      <a:pt x="11384961" y="362566"/>
                      <a:pt x="11415955" y="360947"/>
                      <a:pt x="11447323" y="359346"/>
                    </a:cubicBezTo>
                    <a:cubicBezTo>
                      <a:pt x="11452855" y="359066"/>
                      <a:pt x="11459104" y="359200"/>
                      <a:pt x="11464292" y="358519"/>
                    </a:cubicBezTo>
                    <a:cubicBezTo>
                      <a:pt x="11512058" y="353010"/>
                      <a:pt x="11559143" y="346321"/>
                      <a:pt x="11607560" y="342370"/>
                    </a:cubicBezTo>
                    <a:cubicBezTo>
                      <a:pt x="11631218" y="340368"/>
                      <a:pt x="11657295" y="341352"/>
                      <a:pt x="11681426" y="344335"/>
                    </a:cubicBezTo>
                    <a:cubicBezTo>
                      <a:pt x="11751997" y="352993"/>
                      <a:pt x="11821986" y="358760"/>
                      <a:pt x="11893565" y="355261"/>
                    </a:cubicBezTo>
                    <a:cubicBezTo>
                      <a:pt x="11921973" y="353889"/>
                      <a:pt x="11953288" y="360300"/>
                      <a:pt x="11983290" y="363588"/>
                    </a:cubicBezTo>
                    <a:lnTo>
                      <a:pt x="12192000" y="388018"/>
                    </a:lnTo>
                    <a:lnTo>
                      <a:pt x="12192000" y="577115"/>
                    </a:lnTo>
                    <a:lnTo>
                      <a:pt x="12157329" y="588862"/>
                    </a:lnTo>
                    <a:cubicBezTo>
                      <a:pt x="12118393" y="608572"/>
                      <a:pt x="12109715" y="605637"/>
                      <a:pt x="12066948" y="586034"/>
                    </a:cubicBezTo>
                    <a:cubicBezTo>
                      <a:pt x="12016991" y="563193"/>
                      <a:pt x="11965119" y="541779"/>
                      <a:pt x="11911344" y="521599"/>
                    </a:cubicBezTo>
                    <a:cubicBezTo>
                      <a:pt x="11894383" y="515178"/>
                      <a:pt x="11869417" y="514060"/>
                      <a:pt x="11847823" y="511785"/>
                    </a:cubicBezTo>
                    <a:cubicBezTo>
                      <a:pt x="11811233" y="507768"/>
                      <a:pt x="11773630" y="501982"/>
                      <a:pt x="11737547" y="502380"/>
                    </a:cubicBezTo>
                    <a:cubicBezTo>
                      <a:pt x="11702930" y="502855"/>
                      <a:pt x="11668388" y="508866"/>
                      <a:pt x="11636052" y="514993"/>
                    </a:cubicBezTo>
                    <a:cubicBezTo>
                      <a:pt x="11545722" y="532199"/>
                      <a:pt x="11462455" y="555118"/>
                      <a:pt x="11394706" y="590867"/>
                    </a:cubicBezTo>
                    <a:cubicBezTo>
                      <a:pt x="11385999" y="595562"/>
                      <a:pt x="11369016" y="596581"/>
                      <a:pt x="11354978" y="597561"/>
                    </a:cubicBezTo>
                    <a:cubicBezTo>
                      <a:pt x="11332076" y="599224"/>
                      <a:pt x="11308448" y="600655"/>
                      <a:pt x="11285306" y="599825"/>
                    </a:cubicBezTo>
                    <a:cubicBezTo>
                      <a:pt x="11172906" y="595841"/>
                      <a:pt x="11083430" y="617861"/>
                      <a:pt x="11008528" y="656670"/>
                    </a:cubicBezTo>
                    <a:cubicBezTo>
                      <a:pt x="10986971" y="667750"/>
                      <a:pt x="10970753" y="668236"/>
                      <a:pt x="10948735" y="652964"/>
                    </a:cubicBezTo>
                    <a:cubicBezTo>
                      <a:pt x="10923173" y="635218"/>
                      <a:pt x="10885031" y="639705"/>
                      <a:pt x="10850698" y="641721"/>
                    </a:cubicBezTo>
                    <a:cubicBezTo>
                      <a:pt x="10815269" y="643680"/>
                      <a:pt x="10779458" y="645811"/>
                      <a:pt x="10744026" y="647769"/>
                    </a:cubicBezTo>
                    <a:cubicBezTo>
                      <a:pt x="10717832" y="649066"/>
                      <a:pt x="10692021" y="650003"/>
                      <a:pt x="10666160" y="651891"/>
                    </a:cubicBezTo>
                    <a:cubicBezTo>
                      <a:pt x="10585627" y="657783"/>
                      <a:pt x="10513854" y="650969"/>
                      <a:pt x="10450521" y="616552"/>
                    </a:cubicBezTo>
                    <a:cubicBezTo>
                      <a:pt x="10402221" y="590175"/>
                      <a:pt x="10339099" y="579806"/>
                      <a:pt x="10271192" y="583498"/>
                    </a:cubicBezTo>
                    <a:cubicBezTo>
                      <a:pt x="10262701" y="584006"/>
                      <a:pt x="10251859" y="587254"/>
                      <a:pt x="10246067" y="585423"/>
                    </a:cubicBezTo>
                    <a:cubicBezTo>
                      <a:pt x="10158786" y="558528"/>
                      <a:pt x="10086634" y="594049"/>
                      <a:pt x="10005027" y="592252"/>
                    </a:cubicBezTo>
                    <a:cubicBezTo>
                      <a:pt x="9969004" y="591507"/>
                      <a:pt x="9931565" y="603664"/>
                      <a:pt x="9898681" y="613195"/>
                    </a:cubicBezTo>
                    <a:cubicBezTo>
                      <a:pt x="9853463" y="626281"/>
                      <a:pt x="9813049" y="639042"/>
                      <a:pt x="9753225" y="629038"/>
                    </a:cubicBezTo>
                    <a:cubicBezTo>
                      <a:pt x="9693404" y="618845"/>
                      <a:pt x="9637675" y="628898"/>
                      <a:pt x="9591376" y="648601"/>
                    </a:cubicBezTo>
                    <a:cubicBezTo>
                      <a:pt x="9556001" y="663537"/>
                      <a:pt x="9518120" y="663077"/>
                      <a:pt x="9472860" y="655936"/>
                    </a:cubicBezTo>
                    <a:cubicBezTo>
                      <a:pt x="9416283" y="647056"/>
                      <a:pt x="9357217" y="643578"/>
                      <a:pt x="9299788" y="636945"/>
                    </a:cubicBezTo>
                    <a:cubicBezTo>
                      <a:pt x="9287347" y="635531"/>
                      <a:pt x="9271710" y="632039"/>
                      <a:pt x="9264605" y="627087"/>
                    </a:cubicBezTo>
                    <a:cubicBezTo>
                      <a:pt x="9177661" y="565680"/>
                      <a:pt x="9051076" y="558473"/>
                      <a:pt x="8926435" y="549269"/>
                    </a:cubicBezTo>
                    <a:cubicBezTo>
                      <a:pt x="8850925" y="543595"/>
                      <a:pt x="8774954" y="539613"/>
                      <a:pt x="8698934" y="536583"/>
                    </a:cubicBezTo>
                    <a:cubicBezTo>
                      <a:pt x="8673232" y="535428"/>
                      <a:pt x="8645916" y="537050"/>
                      <a:pt x="8622862" y="541563"/>
                    </a:cubicBezTo>
                    <a:cubicBezTo>
                      <a:pt x="8574890" y="551069"/>
                      <a:pt x="8530403" y="564380"/>
                      <a:pt x="8482784" y="574094"/>
                    </a:cubicBezTo>
                    <a:cubicBezTo>
                      <a:pt x="8464923" y="577929"/>
                      <a:pt x="8442157" y="576927"/>
                      <a:pt x="8421565" y="576610"/>
                    </a:cubicBezTo>
                    <a:cubicBezTo>
                      <a:pt x="8385152" y="576229"/>
                      <a:pt x="8345023" y="569546"/>
                      <a:pt x="8313469" y="574762"/>
                    </a:cubicBezTo>
                    <a:cubicBezTo>
                      <a:pt x="8231431" y="588203"/>
                      <a:pt x="8155671" y="580227"/>
                      <a:pt x="8079520" y="558685"/>
                    </a:cubicBezTo>
                    <a:cubicBezTo>
                      <a:pt x="7972906" y="528487"/>
                      <a:pt x="7870782" y="525043"/>
                      <a:pt x="7773327" y="558854"/>
                    </a:cubicBezTo>
                    <a:cubicBezTo>
                      <a:pt x="7729470" y="574107"/>
                      <a:pt x="7688069" y="563543"/>
                      <a:pt x="7652477" y="547561"/>
                    </a:cubicBezTo>
                    <a:cubicBezTo>
                      <a:pt x="7611494" y="529005"/>
                      <a:pt x="7570974" y="522685"/>
                      <a:pt x="7522274" y="532150"/>
                    </a:cubicBezTo>
                    <a:cubicBezTo>
                      <a:pt x="7511488" y="534257"/>
                      <a:pt x="7496511" y="532136"/>
                      <a:pt x="7484080" y="530532"/>
                    </a:cubicBezTo>
                    <a:cubicBezTo>
                      <a:pt x="7413133" y="522044"/>
                      <a:pt x="7341987" y="510303"/>
                      <a:pt x="7282277" y="540177"/>
                    </a:cubicBezTo>
                    <a:cubicBezTo>
                      <a:pt x="7270558" y="546051"/>
                      <a:pt x="7251336" y="547713"/>
                      <a:pt x="7235690" y="551282"/>
                    </a:cubicBezTo>
                    <a:cubicBezTo>
                      <a:pt x="7170161" y="565782"/>
                      <a:pt x="7172820" y="564203"/>
                      <a:pt x="7116339" y="539494"/>
                    </a:cubicBezTo>
                    <a:cubicBezTo>
                      <a:pt x="7086841" y="526502"/>
                      <a:pt x="7045980" y="512724"/>
                      <a:pt x="7011067" y="511848"/>
                    </a:cubicBezTo>
                    <a:cubicBezTo>
                      <a:pt x="6800473" y="506533"/>
                      <a:pt x="6601893" y="468653"/>
                      <a:pt x="6403234" y="432296"/>
                    </a:cubicBezTo>
                    <a:cubicBezTo>
                      <a:pt x="6280760" y="409851"/>
                      <a:pt x="6160432" y="402592"/>
                      <a:pt x="6036273" y="412301"/>
                    </a:cubicBezTo>
                    <a:cubicBezTo>
                      <a:pt x="5946471" y="419425"/>
                      <a:pt x="5863077" y="395593"/>
                      <a:pt x="5780467" y="377910"/>
                    </a:cubicBezTo>
                    <a:cubicBezTo>
                      <a:pt x="5763357" y="374343"/>
                      <a:pt x="5747757" y="363033"/>
                      <a:pt x="5739051" y="353609"/>
                    </a:cubicBezTo>
                    <a:cubicBezTo>
                      <a:pt x="5707675" y="320294"/>
                      <a:pt x="5653252" y="312483"/>
                      <a:pt x="5583566" y="321995"/>
                    </a:cubicBezTo>
                    <a:cubicBezTo>
                      <a:pt x="5528347" y="329404"/>
                      <a:pt x="5477716" y="340486"/>
                      <a:pt x="5432030" y="362512"/>
                    </a:cubicBezTo>
                    <a:cubicBezTo>
                      <a:pt x="5378421" y="388318"/>
                      <a:pt x="5322767" y="418026"/>
                      <a:pt x="5241398" y="425781"/>
                    </a:cubicBezTo>
                    <a:cubicBezTo>
                      <a:pt x="5206262" y="429089"/>
                      <a:pt x="5176131" y="428273"/>
                      <a:pt x="5139710" y="421022"/>
                    </a:cubicBezTo>
                    <a:cubicBezTo>
                      <a:pt x="5069048" y="407018"/>
                      <a:pt x="4997864" y="396037"/>
                      <a:pt x="4929402" y="424310"/>
                    </a:cubicBezTo>
                    <a:cubicBezTo>
                      <a:pt x="4891785" y="439890"/>
                      <a:pt x="4841650" y="448519"/>
                      <a:pt x="4782793" y="441046"/>
                    </a:cubicBezTo>
                    <a:cubicBezTo>
                      <a:pt x="4709316" y="431663"/>
                      <a:pt x="4641426" y="442031"/>
                      <a:pt x="4577594" y="459290"/>
                    </a:cubicBezTo>
                    <a:cubicBezTo>
                      <a:pt x="4554816" y="465538"/>
                      <a:pt x="4527069" y="468279"/>
                      <a:pt x="4500826" y="470529"/>
                    </a:cubicBezTo>
                    <a:cubicBezTo>
                      <a:pt x="4440199" y="475746"/>
                      <a:pt x="4379252" y="479993"/>
                      <a:pt x="4317973" y="483649"/>
                    </a:cubicBezTo>
                    <a:cubicBezTo>
                      <a:pt x="4267762" y="486741"/>
                      <a:pt x="4217264" y="488292"/>
                      <a:pt x="4166722" y="490602"/>
                    </a:cubicBezTo>
                    <a:cubicBezTo>
                      <a:pt x="4111394" y="493045"/>
                      <a:pt x="4067073" y="503124"/>
                      <a:pt x="4042814" y="530660"/>
                    </a:cubicBezTo>
                    <a:cubicBezTo>
                      <a:pt x="4034996" y="539407"/>
                      <a:pt x="4017001" y="545715"/>
                      <a:pt x="4002653" y="552594"/>
                    </a:cubicBezTo>
                    <a:cubicBezTo>
                      <a:pt x="3992459" y="557592"/>
                      <a:pt x="3979023" y="561086"/>
                      <a:pt x="3969549" y="566312"/>
                    </a:cubicBezTo>
                    <a:cubicBezTo>
                      <a:pt x="3919896" y="593854"/>
                      <a:pt x="3870968" y="621622"/>
                      <a:pt x="3821685" y="649183"/>
                    </a:cubicBezTo>
                    <a:cubicBezTo>
                      <a:pt x="3816761" y="651788"/>
                      <a:pt x="3811445" y="654943"/>
                      <a:pt x="3805138" y="655947"/>
                    </a:cubicBezTo>
                    <a:cubicBezTo>
                      <a:pt x="3739817" y="666451"/>
                      <a:pt x="3673801" y="676154"/>
                      <a:pt x="3609177" y="687459"/>
                    </a:cubicBezTo>
                    <a:cubicBezTo>
                      <a:pt x="3584288" y="691878"/>
                      <a:pt x="3558597" y="697589"/>
                      <a:pt x="3539727" y="706521"/>
                    </a:cubicBezTo>
                    <a:cubicBezTo>
                      <a:pt x="3496714" y="726780"/>
                      <a:pt x="3457268" y="749132"/>
                      <a:pt x="3396572" y="755681"/>
                    </a:cubicBezTo>
                    <a:cubicBezTo>
                      <a:pt x="3378807" y="757611"/>
                      <a:pt x="3357809" y="758036"/>
                      <a:pt x="3341054" y="754679"/>
                    </a:cubicBezTo>
                    <a:cubicBezTo>
                      <a:pt x="3272962" y="740809"/>
                      <a:pt x="3206471" y="724541"/>
                      <a:pt x="3138775" y="710120"/>
                    </a:cubicBezTo>
                    <a:cubicBezTo>
                      <a:pt x="3095820" y="701191"/>
                      <a:pt x="3056969" y="691141"/>
                      <a:pt x="3037283" y="666453"/>
                    </a:cubicBezTo>
                    <a:cubicBezTo>
                      <a:pt x="3031764" y="659487"/>
                      <a:pt x="3015626" y="651391"/>
                      <a:pt x="3002117" y="649347"/>
                    </a:cubicBezTo>
                    <a:cubicBezTo>
                      <a:pt x="2915220" y="636209"/>
                      <a:pt x="2829194" y="627503"/>
                      <a:pt x="2747294" y="652400"/>
                    </a:cubicBezTo>
                    <a:cubicBezTo>
                      <a:pt x="2730084" y="657794"/>
                      <a:pt x="2698519" y="656140"/>
                      <a:pt x="2676273" y="652304"/>
                    </a:cubicBezTo>
                    <a:cubicBezTo>
                      <a:pt x="2590546" y="637890"/>
                      <a:pt x="2508883" y="630176"/>
                      <a:pt x="2432360" y="657836"/>
                    </a:cubicBezTo>
                    <a:cubicBezTo>
                      <a:pt x="2423352" y="661179"/>
                      <a:pt x="2395274" y="656272"/>
                      <a:pt x="2382311" y="650824"/>
                    </a:cubicBezTo>
                    <a:cubicBezTo>
                      <a:pt x="2257393" y="597728"/>
                      <a:pt x="2187724" y="592930"/>
                      <a:pt x="2055134" y="630053"/>
                    </a:cubicBezTo>
                    <a:cubicBezTo>
                      <a:pt x="2046542" y="632464"/>
                      <a:pt x="2035364" y="635121"/>
                      <a:pt x="2031829" y="639324"/>
                    </a:cubicBezTo>
                    <a:cubicBezTo>
                      <a:pt x="2007977" y="666120"/>
                      <a:pt x="1960229" y="664380"/>
                      <a:pt x="1912764" y="664183"/>
                    </a:cubicBezTo>
                    <a:cubicBezTo>
                      <a:pt x="1860521" y="663924"/>
                      <a:pt x="1808236" y="664426"/>
                      <a:pt x="1755637" y="663960"/>
                    </a:cubicBezTo>
                    <a:cubicBezTo>
                      <a:pt x="1746439" y="663859"/>
                      <a:pt x="1736243" y="661799"/>
                      <a:pt x="1727159" y="659605"/>
                    </a:cubicBezTo>
                    <a:cubicBezTo>
                      <a:pt x="1692256" y="651480"/>
                      <a:pt x="1658604" y="640559"/>
                      <a:pt x="1622470" y="634850"/>
                    </a:cubicBezTo>
                    <a:cubicBezTo>
                      <a:pt x="1544362" y="622552"/>
                      <a:pt x="1469248" y="602210"/>
                      <a:pt x="1385955" y="604522"/>
                    </a:cubicBezTo>
                    <a:cubicBezTo>
                      <a:pt x="1371585" y="604913"/>
                      <a:pt x="1355357" y="598530"/>
                      <a:pt x="1340055" y="595629"/>
                    </a:cubicBezTo>
                    <a:cubicBezTo>
                      <a:pt x="1312351" y="590552"/>
                      <a:pt x="1285460" y="583993"/>
                      <a:pt x="1257271" y="581180"/>
                    </a:cubicBezTo>
                    <a:cubicBezTo>
                      <a:pt x="1182583" y="573830"/>
                      <a:pt x="1107142" y="566824"/>
                      <a:pt x="1031914" y="562692"/>
                    </a:cubicBezTo>
                    <a:cubicBezTo>
                      <a:pt x="995593" y="560597"/>
                      <a:pt x="958880" y="565923"/>
                      <a:pt x="922031" y="566853"/>
                    </a:cubicBezTo>
                    <a:cubicBezTo>
                      <a:pt x="905446" y="567320"/>
                      <a:pt x="878533" y="568199"/>
                      <a:pt x="873250" y="563724"/>
                    </a:cubicBezTo>
                    <a:cubicBezTo>
                      <a:pt x="832343" y="529722"/>
                      <a:pt x="772202" y="532674"/>
                      <a:pt x="711627" y="529880"/>
                    </a:cubicBezTo>
                    <a:cubicBezTo>
                      <a:pt x="577999" y="523641"/>
                      <a:pt x="447408" y="543696"/>
                      <a:pt x="311112" y="525106"/>
                    </a:cubicBezTo>
                    <a:cubicBezTo>
                      <a:pt x="271645" y="519795"/>
                      <a:pt x="226936" y="530235"/>
                      <a:pt x="184145" y="532188"/>
                    </a:cubicBezTo>
                    <a:cubicBezTo>
                      <a:pt x="162015" y="533128"/>
                      <a:pt x="137665" y="534333"/>
                      <a:pt x="116886" y="530572"/>
                    </a:cubicBezTo>
                    <a:cubicBezTo>
                      <a:pt x="84810" y="524693"/>
                      <a:pt x="54011" y="515448"/>
                      <a:pt x="23941" y="506433"/>
                    </a:cubicBezTo>
                    <a:lnTo>
                      <a:pt x="0" y="50214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524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E34274B7-5484-B1C2-108D-63E4FE8429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959818"/>
                <a:ext cx="12192000" cy="757168"/>
              </a:xfrm>
              <a:custGeom>
                <a:avLst/>
                <a:gdLst>
                  <a:gd name="connsiteX0" fmla="*/ 0 w 12192000"/>
                  <a:gd name="connsiteY0" fmla="*/ 0 h 757168"/>
                  <a:gd name="connsiteX1" fmla="*/ 41653 w 12192000"/>
                  <a:gd name="connsiteY1" fmla="*/ 6945 h 757168"/>
                  <a:gd name="connsiteX2" fmla="*/ 81317 w 12192000"/>
                  <a:gd name="connsiteY2" fmla="*/ 15509 h 757168"/>
                  <a:gd name="connsiteX3" fmla="*/ 114150 w 12192000"/>
                  <a:gd name="connsiteY3" fmla="*/ 28105 h 757168"/>
                  <a:gd name="connsiteX4" fmla="*/ 214865 w 12192000"/>
                  <a:gd name="connsiteY4" fmla="*/ 58374 h 757168"/>
                  <a:gd name="connsiteX5" fmla="*/ 299237 w 12192000"/>
                  <a:gd name="connsiteY5" fmla="*/ 63560 h 757168"/>
                  <a:gd name="connsiteX6" fmla="*/ 415570 w 12192000"/>
                  <a:gd name="connsiteY6" fmla="*/ 83774 h 757168"/>
                  <a:gd name="connsiteX7" fmla="*/ 633210 w 12192000"/>
                  <a:gd name="connsiteY7" fmla="*/ 109108 h 757168"/>
                  <a:gd name="connsiteX8" fmla="*/ 677567 w 12192000"/>
                  <a:gd name="connsiteY8" fmla="*/ 119446 h 757168"/>
                  <a:gd name="connsiteX9" fmla="*/ 946429 w 12192000"/>
                  <a:gd name="connsiteY9" fmla="*/ 171502 h 757168"/>
                  <a:gd name="connsiteX10" fmla="*/ 1163367 w 12192000"/>
                  <a:gd name="connsiteY10" fmla="*/ 182106 h 757168"/>
                  <a:gd name="connsiteX11" fmla="*/ 1180337 w 12192000"/>
                  <a:gd name="connsiteY11" fmla="*/ 181279 h 757168"/>
                  <a:gd name="connsiteX12" fmla="*/ 1263939 w 12192000"/>
                  <a:gd name="connsiteY12" fmla="*/ 173070 h 757168"/>
                  <a:gd name="connsiteX13" fmla="*/ 1392213 w 12192000"/>
                  <a:gd name="connsiteY13" fmla="*/ 183225 h 757168"/>
                  <a:gd name="connsiteX14" fmla="*/ 1479752 w 12192000"/>
                  <a:gd name="connsiteY14" fmla="*/ 205174 h 757168"/>
                  <a:gd name="connsiteX15" fmla="*/ 1589813 w 12192000"/>
                  <a:gd name="connsiteY15" fmla="*/ 211706 h 757168"/>
                  <a:gd name="connsiteX16" fmla="*/ 1716264 w 12192000"/>
                  <a:gd name="connsiteY16" fmla="*/ 207459 h 757168"/>
                  <a:gd name="connsiteX17" fmla="*/ 1772900 w 12192000"/>
                  <a:gd name="connsiteY17" fmla="*/ 208137 h 757168"/>
                  <a:gd name="connsiteX18" fmla="*/ 1929319 w 12192000"/>
                  <a:gd name="connsiteY18" fmla="*/ 193822 h 757168"/>
                  <a:gd name="connsiteX19" fmla="*/ 2021514 w 12192000"/>
                  <a:gd name="connsiteY19" fmla="*/ 204186 h 757168"/>
                  <a:gd name="connsiteX20" fmla="*/ 2111753 w 12192000"/>
                  <a:gd name="connsiteY20" fmla="*/ 223797 h 757168"/>
                  <a:gd name="connsiteX21" fmla="*/ 2169356 w 12192000"/>
                  <a:gd name="connsiteY21" fmla="*/ 241125 h 757168"/>
                  <a:gd name="connsiteX22" fmla="*/ 2286638 w 12192000"/>
                  <a:gd name="connsiteY22" fmla="*/ 257382 h 757168"/>
                  <a:gd name="connsiteX23" fmla="*/ 2308368 w 12192000"/>
                  <a:gd name="connsiteY23" fmla="*/ 256995 h 757168"/>
                  <a:gd name="connsiteX24" fmla="*/ 2660621 w 12192000"/>
                  <a:gd name="connsiteY24" fmla="*/ 262863 h 757168"/>
                  <a:gd name="connsiteX25" fmla="*/ 2801134 w 12192000"/>
                  <a:gd name="connsiteY25" fmla="*/ 250006 h 757168"/>
                  <a:gd name="connsiteX26" fmla="*/ 2830994 w 12192000"/>
                  <a:gd name="connsiteY26" fmla="*/ 249091 h 757168"/>
                  <a:gd name="connsiteX27" fmla="*/ 3129084 w 12192000"/>
                  <a:gd name="connsiteY27" fmla="*/ 242009 h 757168"/>
                  <a:gd name="connsiteX28" fmla="*/ 3162162 w 12192000"/>
                  <a:gd name="connsiteY28" fmla="*/ 242789 h 757168"/>
                  <a:gd name="connsiteX29" fmla="*/ 3254072 w 12192000"/>
                  <a:gd name="connsiteY29" fmla="*/ 251612 h 757168"/>
                  <a:gd name="connsiteX30" fmla="*/ 3473491 w 12192000"/>
                  <a:gd name="connsiteY30" fmla="*/ 221903 h 757168"/>
                  <a:gd name="connsiteX31" fmla="*/ 3691860 w 12192000"/>
                  <a:gd name="connsiteY31" fmla="*/ 219228 h 757168"/>
                  <a:gd name="connsiteX32" fmla="*/ 3811494 w 12192000"/>
                  <a:gd name="connsiteY32" fmla="*/ 225691 h 757168"/>
                  <a:gd name="connsiteX33" fmla="*/ 3897533 w 12192000"/>
                  <a:gd name="connsiteY33" fmla="*/ 220087 h 757168"/>
                  <a:gd name="connsiteX34" fmla="*/ 4109430 w 12192000"/>
                  <a:gd name="connsiteY34" fmla="*/ 200477 h 757168"/>
                  <a:gd name="connsiteX35" fmla="*/ 4208772 w 12192000"/>
                  <a:gd name="connsiteY35" fmla="*/ 200914 h 757168"/>
                  <a:gd name="connsiteX36" fmla="*/ 4314641 w 12192000"/>
                  <a:gd name="connsiteY36" fmla="*/ 196159 h 757168"/>
                  <a:gd name="connsiteX37" fmla="*/ 4577622 w 12192000"/>
                  <a:gd name="connsiteY37" fmla="*/ 163774 h 757168"/>
                  <a:gd name="connsiteX38" fmla="*/ 4790345 w 12192000"/>
                  <a:gd name="connsiteY38" fmla="*/ 177592 h 757168"/>
                  <a:gd name="connsiteX39" fmla="*/ 4926164 w 12192000"/>
                  <a:gd name="connsiteY39" fmla="*/ 184139 h 757168"/>
                  <a:gd name="connsiteX40" fmla="*/ 5088812 w 12192000"/>
                  <a:gd name="connsiteY40" fmla="*/ 177401 h 757168"/>
                  <a:gd name="connsiteX41" fmla="*/ 5222466 w 12192000"/>
                  <a:gd name="connsiteY41" fmla="*/ 162082 h 757168"/>
                  <a:gd name="connsiteX42" fmla="*/ 5406528 w 12192000"/>
                  <a:gd name="connsiteY42" fmla="*/ 153987 h 757168"/>
                  <a:gd name="connsiteX43" fmla="*/ 5590716 w 12192000"/>
                  <a:gd name="connsiteY43" fmla="*/ 129490 h 757168"/>
                  <a:gd name="connsiteX44" fmla="*/ 5719429 w 12192000"/>
                  <a:gd name="connsiteY44" fmla="*/ 110099 h 757168"/>
                  <a:gd name="connsiteX45" fmla="*/ 5897895 w 12192000"/>
                  <a:gd name="connsiteY45" fmla="*/ 96368 h 757168"/>
                  <a:gd name="connsiteX46" fmla="*/ 6169957 w 12192000"/>
                  <a:gd name="connsiteY46" fmla="*/ 94411 h 757168"/>
                  <a:gd name="connsiteX47" fmla="*/ 6294827 w 12192000"/>
                  <a:gd name="connsiteY47" fmla="*/ 99236 h 757168"/>
                  <a:gd name="connsiteX48" fmla="*/ 6494261 w 12192000"/>
                  <a:gd name="connsiteY48" fmla="*/ 71724 h 757168"/>
                  <a:gd name="connsiteX49" fmla="*/ 6579627 w 12192000"/>
                  <a:gd name="connsiteY49" fmla="*/ 57883 h 757168"/>
                  <a:gd name="connsiteX50" fmla="*/ 6654800 w 12192000"/>
                  <a:gd name="connsiteY50" fmla="*/ 77086 h 757168"/>
                  <a:gd name="connsiteX51" fmla="*/ 6703059 w 12192000"/>
                  <a:gd name="connsiteY51" fmla="*/ 97166 h 757168"/>
                  <a:gd name="connsiteX52" fmla="*/ 6859445 w 12192000"/>
                  <a:gd name="connsiteY52" fmla="*/ 90481 h 757168"/>
                  <a:gd name="connsiteX53" fmla="*/ 7025414 w 12192000"/>
                  <a:gd name="connsiteY53" fmla="*/ 83536 h 757168"/>
                  <a:gd name="connsiteX54" fmla="*/ 7144137 w 12192000"/>
                  <a:gd name="connsiteY54" fmla="*/ 79264 h 757168"/>
                  <a:gd name="connsiteX55" fmla="*/ 7291235 w 12192000"/>
                  <a:gd name="connsiteY55" fmla="*/ 95367 h 757168"/>
                  <a:gd name="connsiteX56" fmla="*/ 7407395 w 12192000"/>
                  <a:gd name="connsiteY56" fmla="*/ 104888 h 757168"/>
                  <a:gd name="connsiteX57" fmla="*/ 7500837 w 12192000"/>
                  <a:gd name="connsiteY57" fmla="*/ 119515 h 757168"/>
                  <a:gd name="connsiteX58" fmla="*/ 7533567 w 12192000"/>
                  <a:gd name="connsiteY58" fmla="*/ 126955 h 757168"/>
                  <a:gd name="connsiteX59" fmla="*/ 7792910 w 12192000"/>
                  <a:gd name="connsiteY59" fmla="*/ 185188 h 757168"/>
                  <a:gd name="connsiteX60" fmla="*/ 8070699 w 12192000"/>
                  <a:gd name="connsiteY60" fmla="*/ 235423 h 757168"/>
                  <a:gd name="connsiteX61" fmla="*/ 8253177 w 12192000"/>
                  <a:gd name="connsiteY61" fmla="*/ 222473 h 757168"/>
                  <a:gd name="connsiteX62" fmla="*/ 8320683 w 12192000"/>
                  <a:gd name="connsiteY62" fmla="*/ 226393 h 757168"/>
                  <a:gd name="connsiteX63" fmla="*/ 8631438 w 12192000"/>
                  <a:gd name="connsiteY63" fmla="*/ 237528 h 757168"/>
                  <a:gd name="connsiteX64" fmla="*/ 8686410 w 12192000"/>
                  <a:gd name="connsiteY64" fmla="*/ 234877 h 757168"/>
                  <a:gd name="connsiteX65" fmla="*/ 8980658 w 12192000"/>
                  <a:gd name="connsiteY65" fmla="*/ 273001 h 757168"/>
                  <a:gd name="connsiteX66" fmla="*/ 9087625 w 12192000"/>
                  <a:gd name="connsiteY66" fmla="*/ 282423 h 757168"/>
                  <a:gd name="connsiteX67" fmla="*/ 9186017 w 12192000"/>
                  <a:gd name="connsiteY67" fmla="*/ 293875 h 757168"/>
                  <a:gd name="connsiteX68" fmla="*/ 9323931 w 12192000"/>
                  <a:gd name="connsiteY68" fmla="*/ 302628 h 757168"/>
                  <a:gd name="connsiteX69" fmla="*/ 9467213 w 12192000"/>
                  <a:gd name="connsiteY69" fmla="*/ 307275 h 757168"/>
                  <a:gd name="connsiteX70" fmla="*/ 9626826 w 12192000"/>
                  <a:gd name="connsiteY70" fmla="*/ 316213 h 757168"/>
                  <a:gd name="connsiteX71" fmla="*/ 9689696 w 12192000"/>
                  <a:gd name="connsiteY71" fmla="*/ 324467 h 757168"/>
                  <a:gd name="connsiteX72" fmla="*/ 9860526 w 12192000"/>
                  <a:gd name="connsiteY72" fmla="*/ 329986 h 757168"/>
                  <a:gd name="connsiteX73" fmla="*/ 9949775 w 12192000"/>
                  <a:gd name="connsiteY73" fmla="*/ 340386 h 757168"/>
                  <a:gd name="connsiteX74" fmla="*/ 10097252 w 12192000"/>
                  <a:gd name="connsiteY74" fmla="*/ 349262 h 757168"/>
                  <a:gd name="connsiteX75" fmla="*/ 10145261 w 12192000"/>
                  <a:gd name="connsiteY75" fmla="*/ 353113 h 757168"/>
                  <a:gd name="connsiteX76" fmla="*/ 10188159 w 12192000"/>
                  <a:gd name="connsiteY76" fmla="*/ 356124 h 757168"/>
                  <a:gd name="connsiteX77" fmla="*/ 10336144 w 12192000"/>
                  <a:gd name="connsiteY77" fmla="*/ 348235 h 757168"/>
                  <a:gd name="connsiteX78" fmla="*/ 10466847 w 12192000"/>
                  <a:gd name="connsiteY78" fmla="*/ 354131 h 757168"/>
                  <a:gd name="connsiteX79" fmla="*/ 10696514 w 12192000"/>
                  <a:gd name="connsiteY79" fmla="*/ 353575 h 757168"/>
                  <a:gd name="connsiteX80" fmla="*/ 10746932 w 12192000"/>
                  <a:gd name="connsiteY80" fmla="*/ 360606 h 757168"/>
                  <a:gd name="connsiteX81" fmla="*/ 10905388 w 12192000"/>
                  <a:gd name="connsiteY81" fmla="*/ 370627 h 757168"/>
                  <a:gd name="connsiteX82" fmla="*/ 10995602 w 12192000"/>
                  <a:gd name="connsiteY82" fmla="*/ 376691 h 757168"/>
                  <a:gd name="connsiteX83" fmla="*/ 11107647 w 12192000"/>
                  <a:gd name="connsiteY83" fmla="*/ 373405 h 757168"/>
                  <a:gd name="connsiteX84" fmla="*/ 11302440 w 12192000"/>
                  <a:gd name="connsiteY84" fmla="*/ 364156 h 757168"/>
                  <a:gd name="connsiteX85" fmla="*/ 11353613 w 12192000"/>
                  <a:gd name="connsiteY85" fmla="*/ 363785 h 757168"/>
                  <a:gd name="connsiteX86" fmla="*/ 11447323 w 12192000"/>
                  <a:gd name="connsiteY86" fmla="*/ 359346 h 757168"/>
                  <a:gd name="connsiteX87" fmla="*/ 11464292 w 12192000"/>
                  <a:gd name="connsiteY87" fmla="*/ 358519 h 757168"/>
                  <a:gd name="connsiteX88" fmla="*/ 11607560 w 12192000"/>
                  <a:gd name="connsiteY88" fmla="*/ 342370 h 757168"/>
                  <a:gd name="connsiteX89" fmla="*/ 11681426 w 12192000"/>
                  <a:gd name="connsiteY89" fmla="*/ 344335 h 757168"/>
                  <a:gd name="connsiteX90" fmla="*/ 11893565 w 12192000"/>
                  <a:gd name="connsiteY90" fmla="*/ 355261 h 757168"/>
                  <a:gd name="connsiteX91" fmla="*/ 11983290 w 12192000"/>
                  <a:gd name="connsiteY91" fmla="*/ 363588 h 757168"/>
                  <a:gd name="connsiteX92" fmla="*/ 12192000 w 12192000"/>
                  <a:gd name="connsiteY92" fmla="*/ 388018 h 757168"/>
                  <a:gd name="connsiteX93" fmla="*/ 12192000 w 12192000"/>
                  <a:gd name="connsiteY93" fmla="*/ 577115 h 757168"/>
                  <a:gd name="connsiteX94" fmla="*/ 12157329 w 12192000"/>
                  <a:gd name="connsiteY94" fmla="*/ 588862 h 757168"/>
                  <a:gd name="connsiteX95" fmla="*/ 12066948 w 12192000"/>
                  <a:gd name="connsiteY95" fmla="*/ 586034 h 757168"/>
                  <a:gd name="connsiteX96" fmla="*/ 11911344 w 12192000"/>
                  <a:gd name="connsiteY96" fmla="*/ 521599 h 757168"/>
                  <a:gd name="connsiteX97" fmla="*/ 11847823 w 12192000"/>
                  <a:gd name="connsiteY97" fmla="*/ 511785 h 757168"/>
                  <a:gd name="connsiteX98" fmla="*/ 11737547 w 12192000"/>
                  <a:gd name="connsiteY98" fmla="*/ 502380 h 757168"/>
                  <a:gd name="connsiteX99" fmla="*/ 11636052 w 12192000"/>
                  <a:gd name="connsiteY99" fmla="*/ 514993 h 757168"/>
                  <a:gd name="connsiteX100" fmla="*/ 11394706 w 12192000"/>
                  <a:gd name="connsiteY100" fmla="*/ 590867 h 757168"/>
                  <a:gd name="connsiteX101" fmla="*/ 11354978 w 12192000"/>
                  <a:gd name="connsiteY101" fmla="*/ 597561 h 757168"/>
                  <a:gd name="connsiteX102" fmla="*/ 11285306 w 12192000"/>
                  <a:gd name="connsiteY102" fmla="*/ 599825 h 757168"/>
                  <a:gd name="connsiteX103" fmla="*/ 11008528 w 12192000"/>
                  <a:gd name="connsiteY103" fmla="*/ 656670 h 757168"/>
                  <a:gd name="connsiteX104" fmla="*/ 10948735 w 12192000"/>
                  <a:gd name="connsiteY104" fmla="*/ 652964 h 757168"/>
                  <a:gd name="connsiteX105" fmla="*/ 10850698 w 12192000"/>
                  <a:gd name="connsiteY105" fmla="*/ 641721 h 757168"/>
                  <a:gd name="connsiteX106" fmla="*/ 10744026 w 12192000"/>
                  <a:gd name="connsiteY106" fmla="*/ 647769 h 757168"/>
                  <a:gd name="connsiteX107" fmla="*/ 10666160 w 12192000"/>
                  <a:gd name="connsiteY107" fmla="*/ 651891 h 757168"/>
                  <a:gd name="connsiteX108" fmla="*/ 10450521 w 12192000"/>
                  <a:gd name="connsiteY108" fmla="*/ 616552 h 757168"/>
                  <a:gd name="connsiteX109" fmla="*/ 10271192 w 12192000"/>
                  <a:gd name="connsiteY109" fmla="*/ 583498 h 757168"/>
                  <a:gd name="connsiteX110" fmla="*/ 10246067 w 12192000"/>
                  <a:gd name="connsiteY110" fmla="*/ 585423 h 757168"/>
                  <a:gd name="connsiteX111" fmla="*/ 10005027 w 12192000"/>
                  <a:gd name="connsiteY111" fmla="*/ 592252 h 757168"/>
                  <a:gd name="connsiteX112" fmla="*/ 9898681 w 12192000"/>
                  <a:gd name="connsiteY112" fmla="*/ 613195 h 757168"/>
                  <a:gd name="connsiteX113" fmla="*/ 9753225 w 12192000"/>
                  <a:gd name="connsiteY113" fmla="*/ 629038 h 757168"/>
                  <a:gd name="connsiteX114" fmla="*/ 9591376 w 12192000"/>
                  <a:gd name="connsiteY114" fmla="*/ 648601 h 757168"/>
                  <a:gd name="connsiteX115" fmla="*/ 9472860 w 12192000"/>
                  <a:gd name="connsiteY115" fmla="*/ 655936 h 757168"/>
                  <a:gd name="connsiteX116" fmla="*/ 9299788 w 12192000"/>
                  <a:gd name="connsiteY116" fmla="*/ 636945 h 757168"/>
                  <a:gd name="connsiteX117" fmla="*/ 9264605 w 12192000"/>
                  <a:gd name="connsiteY117" fmla="*/ 627087 h 757168"/>
                  <a:gd name="connsiteX118" fmla="*/ 8926435 w 12192000"/>
                  <a:gd name="connsiteY118" fmla="*/ 549269 h 757168"/>
                  <a:gd name="connsiteX119" fmla="*/ 8698934 w 12192000"/>
                  <a:gd name="connsiteY119" fmla="*/ 536583 h 757168"/>
                  <a:gd name="connsiteX120" fmla="*/ 8622862 w 12192000"/>
                  <a:gd name="connsiteY120" fmla="*/ 541563 h 757168"/>
                  <a:gd name="connsiteX121" fmla="*/ 8482784 w 12192000"/>
                  <a:gd name="connsiteY121" fmla="*/ 574094 h 757168"/>
                  <a:gd name="connsiteX122" fmla="*/ 8421565 w 12192000"/>
                  <a:gd name="connsiteY122" fmla="*/ 576610 h 757168"/>
                  <a:gd name="connsiteX123" fmla="*/ 8313469 w 12192000"/>
                  <a:gd name="connsiteY123" fmla="*/ 574762 h 757168"/>
                  <a:gd name="connsiteX124" fmla="*/ 8079520 w 12192000"/>
                  <a:gd name="connsiteY124" fmla="*/ 558685 h 757168"/>
                  <a:gd name="connsiteX125" fmla="*/ 7773327 w 12192000"/>
                  <a:gd name="connsiteY125" fmla="*/ 558854 h 757168"/>
                  <a:gd name="connsiteX126" fmla="*/ 7652477 w 12192000"/>
                  <a:gd name="connsiteY126" fmla="*/ 547561 h 757168"/>
                  <a:gd name="connsiteX127" fmla="*/ 7522274 w 12192000"/>
                  <a:gd name="connsiteY127" fmla="*/ 532150 h 757168"/>
                  <a:gd name="connsiteX128" fmla="*/ 7484080 w 12192000"/>
                  <a:gd name="connsiteY128" fmla="*/ 530532 h 757168"/>
                  <a:gd name="connsiteX129" fmla="*/ 7282277 w 12192000"/>
                  <a:gd name="connsiteY129" fmla="*/ 540177 h 757168"/>
                  <a:gd name="connsiteX130" fmla="*/ 7235690 w 12192000"/>
                  <a:gd name="connsiteY130" fmla="*/ 551282 h 757168"/>
                  <a:gd name="connsiteX131" fmla="*/ 7116339 w 12192000"/>
                  <a:gd name="connsiteY131" fmla="*/ 539494 h 757168"/>
                  <a:gd name="connsiteX132" fmla="*/ 7011067 w 12192000"/>
                  <a:gd name="connsiteY132" fmla="*/ 511848 h 757168"/>
                  <a:gd name="connsiteX133" fmla="*/ 6403234 w 12192000"/>
                  <a:gd name="connsiteY133" fmla="*/ 432296 h 757168"/>
                  <a:gd name="connsiteX134" fmla="*/ 6036273 w 12192000"/>
                  <a:gd name="connsiteY134" fmla="*/ 412301 h 757168"/>
                  <a:gd name="connsiteX135" fmla="*/ 5780467 w 12192000"/>
                  <a:gd name="connsiteY135" fmla="*/ 377910 h 757168"/>
                  <a:gd name="connsiteX136" fmla="*/ 5739051 w 12192000"/>
                  <a:gd name="connsiteY136" fmla="*/ 353609 h 757168"/>
                  <a:gd name="connsiteX137" fmla="*/ 5583566 w 12192000"/>
                  <a:gd name="connsiteY137" fmla="*/ 321995 h 757168"/>
                  <a:gd name="connsiteX138" fmla="*/ 5432030 w 12192000"/>
                  <a:gd name="connsiteY138" fmla="*/ 362512 h 757168"/>
                  <a:gd name="connsiteX139" fmla="*/ 5241398 w 12192000"/>
                  <a:gd name="connsiteY139" fmla="*/ 425781 h 757168"/>
                  <a:gd name="connsiteX140" fmla="*/ 5139710 w 12192000"/>
                  <a:gd name="connsiteY140" fmla="*/ 421022 h 757168"/>
                  <a:gd name="connsiteX141" fmla="*/ 4929402 w 12192000"/>
                  <a:gd name="connsiteY141" fmla="*/ 424310 h 757168"/>
                  <a:gd name="connsiteX142" fmla="*/ 4782793 w 12192000"/>
                  <a:gd name="connsiteY142" fmla="*/ 441046 h 757168"/>
                  <a:gd name="connsiteX143" fmla="*/ 4577594 w 12192000"/>
                  <a:gd name="connsiteY143" fmla="*/ 459290 h 757168"/>
                  <a:gd name="connsiteX144" fmla="*/ 4500826 w 12192000"/>
                  <a:gd name="connsiteY144" fmla="*/ 470529 h 757168"/>
                  <a:gd name="connsiteX145" fmla="*/ 4317973 w 12192000"/>
                  <a:gd name="connsiteY145" fmla="*/ 483649 h 757168"/>
                  <a:gd name="connsiteX146" fmla="*/ 4166722 w 12192000"/>
                  <a:gd name="connsiteY146" fmla="*/ 490602 h 757168"/>
                  <a:gd name="connsiteX147" fmla="*/ 4042814 w 12192000"/>
                  <a:gd name="connsiteY147" fmla="*/ 530660 h 757168"/>
                  <a:gd name="connsiteX148" fmla="*/ 4002653 w 12192000"/>
                  <a:gd name="connsiteY148" fmla="*/ 552594 h 757168"/>
                  <a:gd name="connsiteX149" fmla="*/ 3969549 w 12192000"/>
                  <a:gd name="connsiteY149" fmla="*/ 566312 h 757168"/>
                  <a:gd name="connsiteX150" fmla="*/ 3821685 w 12192000"/>
                  <a:gd name="connsiteY150" fmla="*/ 649183 h 757168"/>
                  <a:gd name="connsiteX151" fmla="*/ 3805138 w 12192000"/>
                  <a:gd name="connsiteY151" fmla="*/ 655947 h 757168"/>
                  <a:gd name="connsiteX152" fmla="*/ 3609177 w 12192000"/>
                  <a:gd name="connsiteY152" fmla="*/ 687459 h 757168"/>
                  <a:gd name="connsiteX153" fmla="*/ 3539727 w 12192000"/>
                  <a:gd name="connsiteY153" fmla="*/ 706521 h 757168"/>
                  <a:gd name="connsiteX154" fmla="*/ 3396572 w 12192000"/>
                  <a:gd name="connsiteY154" fmla="*/ 755681 h 757168"/>
                  <a:gd name="connsiteX155" fmla="*/ 3341054 w 12192000"/>
                  <a:gd name="connsiteY155" fmla="*/ 754679 h 757168"/>
                  <a:gd name="connsiteX156" fmla="*/ 3138775 w 12192000"/>
                  <a:gd name="connsiteY156" fmla="*/ 710120 h 757168"/>
                  <a:gd name="connsiteX157" fmla="*/ 3037283 w 12192000"/>
                  <a:gd name="connsiteY157" fmla="*/ 666453 h 757168"/>
                  <a:gd name="connsiteX158" fmla="*/ 3002117 w 12192000"/>
                  <a:gd name="connsiteY158" fmla="*/ 649347 h 757168"/>
                  <a:gd name="connsiteX159" fmla="*/ 2747294 w 12192000"/>
                  <a:gd name="connsiteY159" fmla="*/ 652400 h 757168"/>
                  <a:gd name="connsiteX160" fmla="*/ 2676273 w 12192000"/>
                  <a:gd name="connsiteY160" fmla="*/ 652304 h 757168"/>
                  <a:gd name="connsiteX161" fmla="*/ 2432360 w 12192000"/>
                  <a:gd name="connsiteY161" fmla="*/ 657836 h 757168"/>
                  <a:gd name="connsiteX162" fmla="*/ 2382311 w 12192000"/>
                  <a:gd name="connsiteY162" fmla="*/ 650824 h 757168"/>
                  <a:gd name="connsiteX163" fmla="*/ 2055134 w 12192000"/>
                  <a:gd name="connsiteY163" fmla="*/ 630053 h 757168"/>
                  <a:gd name="connsiteX164" fmla="*/ 2031829 w 12192000"/>
                  <a:gd name="connsiteY164" fmla="*/ 639324 h 757168"/>
                  <a:gd name="connsiteX165" fmla="*/ 1912764 w 12192000"/>
                  <a:gd name="connsiteY165" fmla="*/ 664183 h 757168"/>
                  <a:gd name="connsiteX166" fmla="*/ 1755637 w 12192000"/>
                  <a:gd name="connsiteY166" fmla="*/ 663960 h 757168"/>
                  <a:gd name="connsiteX167" fmla="*/ 1727159 w 12192000"/>
                  <a:gd name="connsiteY167" fmla="*/ 659605 h 757168"/>
                  <a:gd name="connsiteX168" fmla="*/ 1622470 w 12192000"/>
                  <a:gd name="connsiteY168" fmla="*/ 634850 h 757168"/>
                  <a:gd name="connsiteX169" fmla="*/ 1385955 w 12192000"/>
                  <a:gd name="connsiteY169" fmla="*/ 604522 h 757168"/>
                  <a:gd name="connsiteX170" fmla="*/ 1340055 w 12192000"/>
                  <a:gd name="connsiteY170" fmla="*/ 595629 h 757168"/>
                  <a:gd name="connsiteX171" fmla="*/ 1257271 w 12192000"/>
                  <a:gd name="connsiteY171" fmla="*/ 581180 h 757168"/>
                  <a:gd name="connsiteX172" fmla="*/ 1031914 w 12192000"/>
                  <a:gd name="connsiteY172" fmla="*/ 562692 h 757168"/>
                  <a:gd name="connsiteX173" fmla="*/ 922031 w 12192000"/>
                  <a:gd name="connsiteY173" fmla="*/ 566853 h 757168"/>
                  <a:gd name="connsiteX174" fmla="*/ 873250 w 12192000"/>
                  <a:gd name="connsiteY174" fmla="*/ 563724 h 757168"/>
                  <a:gd name="connsiteX175" fmla="*/ 711627 w 12192000"/>
                  <a:gd name="connsiteY175" fmla="*/ 529880 h 757168"/>
                  <a:gd name="connsiteX176" fmla="*/ 311112 w 12192000"/>
                  <a:gd name="connsiteY176" fmla="*/ 525106 h 757168"/>
                  <a:gd name="connsiteX177" fmla="*/ 184145 w 12192000"/>
                  <a:gd name="connsiteY177" fmla="*/ 532188 h 757168"/>
                  <a:gd name="connsiteX178" fmla="*/ 116886 w 12192000"/>
                  <a:gd name="connsiteY178" fmla="*/ 530572 h 757168"/>
                  <a:gd name="connsiteX179" fmla="*/ 23941 w 12192000"/>
                  <a:gd name="connsiteY179" fmla="*/ 506433 h 757168"/>
                  <a:gd name="connsiteX180" fmla="*/ 0 w 12192000"/>
                  <a:gd name="connsiteY180" fmla="*/ 502149 h 75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12192000" h="757168">
                    <a:moveTo>
                      <a:pt x="0" y="0"/>
                    </a:moveTo>
                    <a:lnTo>
                      <a:pt x="41653" y="6945"/>
                    </a:lnTo>
                    <a:cubicBezTo>
                      <a:pt x="55151" y="9178"/>
                      <a:pt x="68996" y="11810"/>
                      <a:pt x="81317" y="15509"/>
                    </a:cubicBezTo>
                    <a:cubicBezTo>
                      <a:pt x="92911" y="18978"/>
                      <a:pt x="102562" y="24446"/>
                      <a:pt x="114150" y="28105"/>
                    </a:cubicBezTo>
                    <a:cubicBezTo>
                      <a:pt x="145644" y="37958"/>
                      <a:pt x="177914" y="47281"/>
                      <a:pt x="214865" y="58374"/>
                    </a:cubicBezTo>
                    <a:cubicBezTo>
                      <a:pt x="236680" y="42349"/>
                      <a:pt x="264438" y="53534"/>
                      <a:pt x="299237" y="63560"/>
                    </a:cubicBezTo>
                    <a:cubicBezTo>
                      <a:pt x="334763" y="73816"/>
                      <a:pt x="376093" y="78654"/>
                      <a:pt x="415570" y="83774"/>
                    </a:cubicBezTo>
                    <a:cubicBezTo>
                      <a:pt x="487949" y="93100"/>
                      <a:pt x="560804" y="100354"/>
                      <a:pt x="633210" y="109108"/>
                    </a:cubicBezTo>
                    <a:cubicBezTo>
                      <a:pt x="648566" y="111058"/>
                      <a:pt x="666073" y="114072"/>
                      <a:pt x="677567" y="119446"/>
                    </a:cubicBezTo>
                    <a:cubicBezTo>
                      <a:pt x="756262" y="155621"/>
                      <a:pt x="853422" y="169678"/>
                      <a:pt x="946429" y="171502"/>
                    </a:cubicBezTo>
                    <a:cubicBezTo>
                      <a:pt x="1019582" y="173044"/>
                      <a:pt x="1091239" y="175083"/>
                      <a:pt x="1163367" y="182106"/>
                    </a:cubicBezTo>
                    <a:cubicBezTo>
                      <a:pt x="1168863" y="182586"/>
                      <a:pt x="1176224" y="182589"/>
                      <a:pt x="1180337" y="181279"/>
                    </a:cubicBezTo>
                    <a:cubicBezTo>
                      <a:pt x="1205822" y="172503"/>
                      <a:pt x="1231920" y="173109"/>
                      <a:pt x="1263939" y="173070"/>
                    </a:cubicBezTo>
                    <a:cubicBezTo>
                      <a:pt x="1309211" y="172961"/>
                      <a:pt x="1350592" y="176848"/>
                      <a:pt x="1392213" y="183225"/>
                    </a:cubicBezTo>
                    <a:cubicBezTo>
                      <a:pt x="1422516" y="187866"/>
                      <a:pt x="1453010" y="195759"/>
                      <a:pt x="1479752" y="205174"/>
                    </a:cubicBezTo>
                    <a:cubicBezTo>
                      <a:pt x="1516962" y="218381"/>
                      <a:pt x="1553071" y="224660"/>
                      <a:pt x="1589813" y="211706"/>
                    </a:cubicBezTo>
                    <a:cubicBezTo>
                      <a:pt x="1629541" y="197953"/>
                      <a:pt x="1673292" y="205778"/>
                      <a:pt x="1716264" y="207459"/>
                    </a:cubicBezTo>
                    <a:cubicBezTo>
                      <a:pt x="1734988" y="208248"/>
                      <a:pt x="1754789" y="209668"/>
                      <a:pt x="1772900" y="208137"/>
                    </a:cubicBezTo>
                    <a:cubicBezTo>
                      <a:pt x="1825381" y="203828"/>
                      <a:pt x="1876222" y="195808"/>
                      <a:pt x="1929319" y="193822"/>
                    </a:cubicBezTo>
                    <a:cubicBezTo>
                      <a:pt x="1958819" y="192698"/>
                      <a:pt x="1991232" y="199166"/>
                      <a:pt x="2021514" y="204186"/>
                    </a:cubicBezTo>
                    <a:cubicBezTo>
                      <a:pt x="2052154" y="209417"/>
                      <a:pt x="2082323" y="216530"/>
                      <a:pt x="2111753" y="223797"/>
                    </a:cubicBezTo>
                    <a:cubicBezTo>
                      <a:pt x="2131736" y="228659"/>
                      <a:pt x="2153567" y="233429"/>
                      <a:pt x="2169356" y="241125"/>
                    </a:cubicBezTo>
                    <a:cubicBezTo>
                      <a:pt x="2205243" y="258649"/>
                      <a:pt x="2242901" y="263295"/>
                      <a:pt x="2286638" y="257382"/>
                    </a:cubicBezTo>
                    <a:cubicBezTo>
                      <a:pt x="2293313" y="256396"/>
                      <a:pt x="2301018" y="256799"/>
                      <a:pt x="2308368" y="256995"/>
                    </a:cubicBezTo>
                    <a:cubicBezTo>
                      <a:pt x="2426026" y="259155"/>
                      <a:pt x="2543593" y="262834"/>
                      <a:pt x="2660621" y="262863"/>
                    </a:cubicBezTo>
                    <a:cubicBezTo>
                      <a:pt x="2708088" y="262871"/>
                      <a:pt x="2754165" y="254412"/>
                      <a:pt x="2801134" y="250006"/>
                    </a:cubicBezTo>
                    <a:cubicBezTo>
                      <a:pt x="2810748" y="249174"/>
                      <a:pt x="2821504" y="247638"/>
                      <a:pt x="2830994" y="249091"/>
                    </a:cubicBezTo>
                    <a:cubicBezTo>
                      <a:pt x="2934354" y="264045"/>
                      <a:pt x="3032340" y="255254"/>
                      <a:pt x="3129084" y="242009"/>
                    </a:cubicBezTo>
                    <a:cubicBezTo>
                      <a:pt x="3139090" y="240625"/>
                      <a:pt x="3151170" y="241831"/>
                      <a:pt x="3162162" y="242789"/>
                    </a:cubicBezTo>
                    <a:cubicBezTo>
                      <a:pt x="3192925" y="245736"/>
                      <a:pt x="3225969" y="254145"/>
                      <a:pt x="3254072" y="251612"/>
                    </a:cubicBezTo>
                    <a:cubicBezTo>
                      <a:pt x="3328782" y="244461"/>
                      <a:pt x="3402881" y="234992"/>
                      <a:pt x="3473491" y="221903"/>
                    </a:cubicBezTo>
                    <a:cubicBezTo>
                      <a:pt x="3545212" y="208683"/>
                      <a:pt x="3611651" y="197856"/>
                      <a:pt x="3691860" y="219228"/>
                    </a:cubicBezTo>
                    <a:cubicBezTo>
                      <a:pt x="3725977" y="228268"/>
                      <a:pt x="3771754" y="225515"/>
                      <a:pt x="3811494" y="225691"/>
                    </a:cubicBezTo>
                    <a:cubicBezTo>
                      <a:pt x="3840564" y="225687"/>
                      <a:pt x="3868906" y="218586"/>
                      <a:pt x="3897533" y="220087"/>
                    </a:cubicBezTo>
                    <a:cubicBezTo>
                      <a:pt x="3973874" y="224087"/>
                      <a:pt x="4042293" y="217563"/>
                      <a:pt x="4109430" y="200477"/>
                    </a:cubicBezTo>
                    <a:cubicBezTo>
                      <a:pt x="4135544" y="193834"/>
                      <a:pt x="4175268" y="201258"/>
                      <a:pt x="4208772" y="200914"/>
                    </a:cubicBezTo>
                    <a:cubicBezTo>
                      <a:pt x="4244136" y="200288"/>
                      <a:pt x="4280583" y="199908"/>
                      <a:pt x="4314641" y="196159"/>
                    </a:cubicBezTo>
                    <a:cubicBezTo>
                      <a:pt x="4402743" y="186278"/>
                      <a:pt x="4489848" y="174436"/>
                      <a:pt x="4577622" y="163774"/>
                    </a:cubicBezTo>
                    <a:cubicBezTo>
                      <a:pt x="4649843" y="154967"/>
                      <a:pt x="4719794" y="168553"/>
                      <a:pt x="4790345" y="177592"/>
                    </a:cubicBezTo>
                    <a:cubicBezTo>
                      <a:pt x="4834576" y="183345"/>
                      <a:pt x="4875614" y="193701"/>
                      <a:pt x="4926164" y="184139"/>
                    </a:cubicBezTo>
                    <a:cubicBezTo>
                      <a:pt x="4974485" y="175032"/>
                      <a:pt x="5034899" y="180870"/>
                      <a:pt x="5088812" y="177401"/>
                    </a:cubicBezTo>
                    <a:cubicBezTo>
                      <a:pt x="5134238" y="174439"/>
                      <a:pt x="5178353" y="168165"/>
                      <a:pt x="5222466" y="162082"/>
                    </a:cubicBezTo>
                    <a:cubicBezTo>
                      <a:pt x="5282519" y="153783"/>
                      <a:pt x="5341864" y="144876"/>
                      <a:pt x="5406528" y="153987"/>
                    </a:cubicBezTo>
                    <a:cubicBezTo>
                      <a:pt x="5479960" y="164323"/>
                      <a:pt x="5531876" y="142624"/>
                      <a:pt x="5590716" y="129490"/>
                    </a:cubicBezTo>
                    <a:cubicBezTo>
                      <a:pt x="5631296" y="120553"/>
                      <a:pt x="5675395" y="114659"/>
                      <a:pt x="5719429" y="110099"/>
                    </a:cubicBezTo>
                    <a:cubicBezTo>
                      <a:pt x="5778247" y="104215"/>
                      <a:pt x="5838715" y="102042"/>
                      <a:pt x="5897895" y="96368"/>
                    </a:cubicBezTo>
                    <a:cubicBezTo>
                      <a:pt x="5987399" y="87895"/>
                      <a:pt x="6077855" y="82333"/>
                      <a:pt x="6169957" y="94411"/>
                    </a:cubicBezTo>
                    <a:cubicBezTo>
                      <a:pt x="6212360" y="99875"/>
                      <a:pt x="6252010" y="101763"/>
                      <a:pt x="6294827" y="99236"/>
                    </a:cubicBezTo>
                    <a:cubicBezTo>
                      <a:pt x="6364965" y="95091"/>
                      <a:pt x="6436581" y="97891"/>
                      <a:pt x="6494261" y="71724"/>
                    </a:cubicBezTo>
                    <a:cubicBezTo>
                      <a:pt x="6514615" y="62488"/>
                      <a:pt x="6550354" y="61691"/>
                      <a:pt x="6579627" y="57883"/>
                    </a:cubicBezTo>
                    <a:cubicBezTo>
                      <a:pt x="6613354" y="53353"/>
                      <a:pt x="6637770" y="57878"/>
                      <a:pt x="6654800" y="77086"/>
                    </a:cubicBezTo>
                    <a:cubicBezTo>
                      <a:pt x="6662444" y="85688"/>
                      <a:pt x="6685147" y="94892"/>
                      <a:pt x="6703059" y="97166"/>
                    </a:cubicBezTo>
                    <a:cubicBezTo>
                      <a:pt x="6756799" y="103989"/>
                      <a:pt x="6806654" y="100687"/>
                      <a:pt x="6859445" y="90481"/>
                    </a:cubicBezTo>
                    <a:cubicBezTo>
                      <a:pt x="6908894" y="80861"/>
                      <a:pt x="6969747" y="85387"/>
                      <a:pt x="7025414" y="83536"/>
                    </a:cubicBezTo>
                    <a:cubicBezTo>
                      <a:pt x="7064862" y="82168"/>
                      <a:pt x="7104501" y="77186"/>
                      <a:pt x="7144137" y="79264"/>
                    </a:cubicBezTo>
                    <a:cubicBezTo>
                      <a:pt x="7193316" y="81841"/>
                      <a:pt x="7241809" y="90488"/>
                      <a:pt x="7291235" y="95367"/>
                    </a:cubicBezTo>
                    <a:cubicBezTo>
                      <a:pt x="7329668" y="99288"/>
                      <a:pt x="7368978" y="100585"/>
                      <a:pt x="7407395" y="104888"/>
                    </a:cubicBezTo>
                    <a:cubicBezTo>
                      <a:pt x="7438868" y="108256"/>
                      <a:pt x="7469832" y="114265"/>
                      <a:pt x="7500837" y="119515"/>
                    </a:cubicBezTo>
                    <a:cubicBezTo>
                      <a:pt x="7512146" y="121444"/>
                      <a:pt x="7523255" y="127178"/>
                      <a:pt x="7533567" y="126955"/>
                    </a:cubicBezTo>
                    <a:cubicBezTo>
                      <a:pt x="7636025" y="124121"/>
                      <a:pt x="7707510" y="164497"/>
                      <a:pt x="7792910" y="185188"/>
                    </a:cubicBezTo>
                    <a:cubicBezTo>
                      <a:pt x="7882663" y="207063"/>
                      <a:pt x="7969001" y="237914"/>
                      <a:pt x="8070699" y="235423"/>
                    </a:cubicBezTo>
                    <a:cubicBezTo>
                      <a:pt x="8132239" y="233879"/>
                      <a:pt x="8191903" y="225939"/>
                      <a:pt x="8253177" y="222473"/>
                    </a:cubicBezTo>
                    <a:cubicBezTo>
                      <a:pt x="8274949" y="221324"/>
                      <a:pt x="8299150" y="222976"/>
                      <a:pt x="8320683" y="226393"/>
                    </a:cubicBezTo>
                    <a:cubicBezTo>
                      <a:pt x="8424731" y="242340"/>
                      <a:pt x="8527777" y="249266"/>
                      <a:pt x="8631438" y="237528"/>
                    </a:cubicBezTo>
                    <a:cubicBezTo>
                      <a:pt x="8649201" y="235596"/>
                      <a:pt x="8668058" y="233915"/>
                      <a:pt x="8686410" y="234877"/>
                    </a:cubicBezTo>
                    <a:cubicBezTo>
                      <a:pt x="8786966" y="240146"/>
                      <a:pt x="8885480" y="249315"/>
                      <a:pt x="8980658" y="273001"/>
                    </a:cubicBezTo>
                    <a:cubicBezTo>
                      <a:pt x="9012626" y="280972"/>
                      <a:pt x="9052108" y="279035"/>
                      <a:pt x="9087625" y="282423"/>
                    </a:cubicBezTo>
                    <a:cubicBezTo>
                      <a:pt x="9120583" y="285484"/>
                      <a:pt x="9154319" y="287825"/>
                      <a:pt x="9186017" y="293875"/>
                    </a:cubicBezTo>
                    <a:cubicBezTo>
                      <a:pt x="9232288" y="302785"/>
                      <a:pt x="9275554" y="305815"/>
                      <a:pt x="9323931" y="302628"/>
                    </a:cubicBezTo>
                    <a:cubicBezTo>
                      <a:pt x="9370084" y="299705"/>
                      <a:pt x="9419491" y="304964"/>
                      <a:pt x="9467213" y="307275"/>
                    </a:cubicBezTo>
                    <a:cubicBezTo>
                      <a:pt x="9520438" y="309874"/>
                      <a:pt x="9573661" y="312473"/>
                      <a:pt x="9626826" y="316213"/>
                    </a:cubicBezTo>
                    <a:cubicBezTo>
                      <a:pt x="9648094" y="317708"/>
                      <a:pt x="9671915" y="326588"/>
                      <a:pt x="9689696" y="324467"/>
                    </a:cubicBezTo>
                    <a:cubicBezTo>
                      <a:pt x="9747117" y="317175"/>
                      <a:pt x="9803355" y="332523"/>
                      <a:pt x="9860526" y="329986"/>
                    </a:cubicBezTo>
                    <a:cubicBezTo>
                      <a:pt x="9888572" y="328594"/>
                      <a:pt x="9919723" y="338048"/>
                      <a:pt x="9949775" y="340386"/>
                    </a:cubicBezTo>
                    <a:cubicBezTo>
                      <a:pt x="9998886" y="344296"/>
                      <a:pt x="10048092" y="346302"/>
                      <a:pt x="10097252" y="349262"/>
                    </a:cubicBezTo>
                    <a:cubicBezTo>
                      <a:pt x="10113390" y="350297"/>
                      <a:pt x="10129133" y="351886"/>
                      <a:pt x="10145261" y="353113"/>
                    </a:cubicBezTo>
                    <a:cubicBezTo>
                      <a:pt x="10159555" y="354243"/>
                      <a:pt x="10174512" y="356743"/>
                      <a:pt x="10188159" y="356124"/>
                    </a:cubicBezTo>
                    <a:cubicBezTo>
                      <a:pt x="10237589" y="353944"/>
                      <a:pt x="10286441" y="348682"/>
                      <a:pt x="10336144" y="348235"/>
                    </a:cubicBezTo>
                    <a:cubicBezTo>
                      <a:pt x="10379222" y="347822"/>
                      <a:pt x="10423443" y="353764"/>
                      <a:pt x="10466847" y="354131"/>
                    </a:cubicBezTo>
                    <a:cubicBezTo>
                      <a:pt x="10543353" y="354898"/>
                      <a:pt x="10619988" y="353190"/>
                      <a:pt x="10696514" y="353575"/>
                    </a:cubicBezTo>
                    <a:cubicBezTo>
                      <a:pt x="10713071" y="353680"/>
                      <a:pt x="10730069" y="359342"/>
                      <a:pt x="10746932" y="360606"/>
                    </a:cubicBezTo>
                    <a:cubicBezTo>
                      <a:pt x="10799731" y="364326"/>
                      <a:pt x="10852569" y="367289"/>
                      <a:pt x="10905388" y="370627"/>
                    </a:cubicBezTo>
                    <a:cubicBezTo>
                      <a:pt x="10935470" y="372396"/>
                      <a:pt x="10965963" y="373421"/>
                      <a:pt x="10995602" y="376691"/>
                    </a:cubicBezTo>
                    <a:cubicBezTo>
                      <a:pt x="11034750" y="381032"/>
                      <a:pt x="11070168" y="386324"/>
                      <a:pt x="11107647" y="373405"/>
                    </a:cubicBezTo>
                    <a:cubicBezTo>
                      <a:pt x="11165372" y="353347"/>
                      <a:pt x="11236837" y="366060"/>
                      <a:pt x="11302440" y="364156"/>
                    </a:cubicBezTo>
                    <a:cubicBezTo>
                      <a:pt x="11319394" y="363708"/>
                      <a:pt x="11336655" y="364422"/>
                      <a:pt x="11353613" y="363785"/>
                    </a:cubicBezTo>
                    <a:cubicBezTo>
                      <a:pt x="11384961" y="362566"/>
                      <a:pt x="11415955" y="360947"/>
                      <a:pt x="11447323" y="359346"/>
                    </a:cubicBezTo>
                    <a:cubicBezTo>
                      <a:pt x="11452855" y="359066"/>
                      <a:pt x="11459104" y="359200"/>
                      <a:pt x="11464292" y="358519"/>
                    </a:cubicBezTo>
                    <a:cubicBezTo>
                      <a:pt x="11512058" y="353010"/>
                      <a:pt x="11559143" y="346321"/>
                      <a:pt x="11607560" y="342370"/>
                    </a:cubicBezTo>
                    <a:cubicBezTo>
                      <a:pt x="11631218" y="340368"/>
                      <a:pt x="11657295" y="341352"/>
                      <a:pt x="11681426" y="344335"/>
                    </a:cubicBezTo>
                    <a:cubicBezTo>
                      <a:pt x="11751997" y="352993"/>
                      <a:pt x="11821986" y="358760"/>
                      <a:pt x="11893565" y="355261"/>
                    </a:cubicBezTo>
                    <a:cubicBezTo>
                      <a:pt x="11921973" y="353889"/>
                      <a:pt x="11953288" y="360300"/>
                      <a:pt x="11983290" y="363588"/>
                    </a:cubicBezTo>
                    <a:lnTo>
                      <a:pt x="12192000" y="388018"/>
                    </a:lnTo>
                    <a:lnTo>
                      <a:pt x="12192000" y="577115"/>
                    </a:lnTo>
                    <a:lnTo>
                      <a:pt x="12157329" y="588862"/>
                    </a:lnTo>
                    <a:cubicBezTo>
                      <a:pt x="12118393" y="608572"/>
                      <a:pt x="12109715" y="605637"/>
                      <a:pt x="12066948" y="586034"/>
                    </a:cubicBezTo>
                    <a:cubicBezTo>
                      <a:pt x="12016991" y="563193"/>
                      <a:pt x="11965119" y="541779"/>
                      <a:pt x="11911344" y="521599"/>
                    </a:cubicBezTo>
                    <a:cubicBezTo>
                      <a:pt x="11894383" y="515178"/>
                      <a:pt x="11869417" y="514060"/>
                      <a:pt x="11847823" y="511785"/>
                    </a:cubicBezTo>
                    <a:cubicBezTo>
                      <a:pt x="11811233" y="507768"/>
                      <a:pt x="11773630" y="501982"/>
                      <a:pt x="11737547" y="502380"/>
                    </a:cubicBezTo>
                    <a:cubicBezTo>
                      <a:pt x="11702930" y="502855"/>
                      <a:pt x="11668388" y="508866"/>
                      <a:pt x="11636052" y="514993"/>
                    </a:cubicBezTo>
                    <a:cubicBezTo>
                      <a:pt x="11545722" y="532199"/>
                      <a:pt x="11462455" y="555118"/>
                      <a:pt x="11394706" y="590867"/>
                    </a:cubicBezTo>
                    <a:cubicBezTo>
                      <a:pt x="11385999" y="595562"/>
                      <a:pt x="11369016" y="596581"/>
                      <a:pt x="11354978" y="597561"/>
                    </a:cubicBezTo>
                    <a:cubicBezTo>
                      <a:pt x="11332076" y="599224"/>
                      <a:pt x="11308448" y="600655"/>
                      <a:pt x="11285306" y="599825"/>
                    </a:cubicBezTo>
                    <a:cubicBezTo>
                      <a:pt x="11172906" y="595841"/>
                      <a:pt x="11083430" y="617861"/>
                      <a:pt x="11008528" y="656670"/>
                    </a:cubicBezTo>
                    <a:cubicBezTo>
                      <a:pt x="10986971" y="667750"/>
                      <a:pt x="10970753" y="668236"/>
                      <a:pt x="10948735" y="652964"/>
                    </a:cubicBezTo>
                    <a:cubicBezTo>
                      <a:pt x="10923173" y="635218"/>
                      <a:pt x="10885031" y="639705"/>
                      <a:pt x="10850698" y="641721"/>
                    </a:cubicBezTo>
                    <a:cubicBezTo>
                      <a:pt x="10815269" y="643680"/>
                      <a:pt x="10779458" y="645811"/>
                      <a:pt x="10744026" y="647769"/>
                    </a:cubicBezTo>
                    <a:cubicBezTo>
                      <a:pt x="10717832" y="649066"/>
                      <a:pt x="10692021" y="650003"/>
                      <a:pt x="10666160" y="651891"/>
                    </a:cubicBezTo>
                    <a:cubicBezTo>
                      <a:pt x="10585627" y="657783"/>
                      <a:pt x="10513854" y="650969"/>
                      <a:pt x="10450521" y="616552"/>
                    </a:cubicBezTo>
                    <a:cubicBezTo>
                      <a:pt x="10402221" y="590175"/>
                      <a:pt x="10339099" y="579806"/>
                      <a:pt x="10271192" y="583498"/>
                    </a:cubicBezTo>
                    <a:cubicBezTo>
                      <a:pt x="10262701" y="584006"/>
                      <a:pt x="10251859" y="587254"/>
                      <a:pt x="10246067" y="585423"/>
                    </a:cubicBezTo>
                    <a:cubicBezTo>
                      <a:pt x="10158786" y="558528"/>
                      <a:pt x="10086634" y="594049"/>
                      <a:pt x="10005027" y="592252"/>
                    </a:cubicBezTo>
                    <a:cubicBezTo>
                      <a:pt x="9969004" y="591507"/>
                      <a:pt x="9931565" y="603664"/>
                      <a:pt x="9898681" y="613195"/>
                    </a:cubicBezTo>
                    <a:cubicBezTo>
                      <a:pt x="9853463" y="626281"/>
                      <a:pt x="9813049" y="639042"/>
                      <a:pt x="9753225" y="629038"/>
                    </a:cubicBezTo>
                    <a:cubicBezTo>
                      <a:pt x="9693404" y="618845"/>
                      <a:pt x="9637675" y="628898"/>
                      <a:pt x="9591376" y="648601"/>
                    </a:cubicBezTo>
                    <a:cubicBezTo>
                      <a:pt x="9556001" y="663537"/>
                      <a:pt x="9518120" y="663077"/>
                      <a:pt x="9472860" y="655936"/>
                    </a:cubicBezTo>
                    <a:cubicBezTo>
                      <a:pt x="9416283" y="647056"/>
                      <a:pt x="9357217" y="643578"/>
                      <a:pt x="9299788" y="636945"/>
                    </a:cubicBezTo>
                    <a:cubicBezTo>
                      <a:pt x="9287347" y="635531"/>
                      <a:pt x="9271710" y="632039"/>
                      <a:pt x="9264605" y="627087"/>
                    </a:cubicBezTo>
                    <a:cubicBezTo>
                      <a:pt x="9177661" y="565680"/>
                      <a:pt x="9051076" y="558473"/>
                      <a:pt x="8926435" y="549269"/>
                    </a:cubicBezTo>
                    <a:cubicBezTo>
                      <a:pt x="8850925" y="543595"/>
                      <a:pt x="8774954" y="539613"/>
                      <a:pt x="8698934" y="536583"/>
                    </a:cubicBezTo>
                    <a:cubicBezTo>
                      <a:pt x="8673232" y="535428"/>
                      <a:pt x="8645916" y="537050"/>
                      <a:pt x="8622862" y="541563"/>
                    </a:cubicBezTo>
                    <a:cubicBezTo>
                      <a:pt x="8574890" y="551069"/>
                      <a:pt x="8530403" y="564380"/>
                      <a:pt x="8482784" y="574094"/>
                    </a:cubicBezTo>
                    <a:cubicBezTo>
                      <a:pt x="8464923" y="577929"/>
                      <a:pt x="8442157" y="576927"/>
                      <a:pt x="8421565" y="576610"/>
                    </a:cubicBezTo>
                    <a:cubicBezTo>
                      <a:pt x="8385152" y="576229"/>
                      <a:pt x="8345023" y="569546"/>
                      <a:pt x="8313469" y="574762"/>
                    </a:cubicBezTo>
                    <a:cubicBezTo>
                      <a:pt x="8231431" y="588203"/>
                      <a:pt x="8155671" y="580227"/>
                      <a:pt x="8079520" y="558685"/>
                    </a:cubicBezTo>
                    <a:cubicBezTo>
                      <a:pt x="7972906" y="528487"/>
                      <a:pt x="7870782" y="525043"/>
                      <a:pt x="7773327" y="558854"/>
                    </a:cubicBezTo>
                    <a:cubicBezTo>
                      <a:pt x="7729470" y="574107"/>
                      <a:pt x="7688069" y="563543"/>
                      <a:pt x="7652477" y="547561"/>
                    </a:cubicBezTo>
                    <a:cubicBezTo>
                      <a:pt x="7611494" y="529005"/>
                      <a:pt x="7570974" y="522685"/>
                      <a:pt x="7522274" y="532150"/>
                    </a:cubicBezTo>
                    <a:cubicBezTo>
                      <a:pt x="7511488" y="534257"/>
                      <a:pt x="7496511" y="532136"/>
                      <a:pt x="7484080" y="530532"/>
                    </a:cubicBezTo>
                    <a:cubicBezTo>
                      <a:pt x="7413133" y="522044"/>
                      <a:pt x="7341987" y="510303"/>
                      <a:pt x="7282277" y="540177"/>
                    </a:cubicBezTo>
                    <a:cubicBezTo>
                      <a:pt x="7270558" y="546051"/>
                      <a:pt x="7251336" y="547713"/>
                      <a:pt x="7235690" y="551282"/>
                    </a:cubicBezTo>
                    <a:cubicBezTo>
                      <a:pt x="7170161" y="565782"/>
                      <a:pt x="7172820" y="564203"/>
                      <a:pt x="7116339" y="539494"/>
                    </a:cubicBezTo>
                    <a:cubicBezTo>
                      <a:pt x="7086841" y="526502"/>
                      <a:pt x="7045980" y="512724"/>
                      <a:pt x="7011067" y="511848"/>
                    </a:cubicBezTo>
                    <a:cubicBezTo>
                      <a:pt x="6800473" y="506533"/>
                      <a:pt x="6601893" y="468653"/>
                      <a:pt x="6403234" y="432296"/>
                    </a:cubicBezTo>
                    <a:cubicBezTo>
                      <a:pt x="6280760" y="409851"/>
                      <a:pt x="6160432" y="402592"/>
                      <a:pt x="6036273" y="412301"/>
                    </a:cubicBezTo>
                    <a:cubicBezTo>
                      <a:pt x="5946471" y="419425"/>
                      <a:pt x="5863077" y="395593"/>
                      <a:pt x="5780467" y="377910"/>
                    </a:cubicBezTo>
                    <a:cubicBezTo>
                      <a:pt x="5763357" y="374343"/>
                      <a:pt x="5747757" y="363033"/>
                      <a:pt x="5739051" y="353609"/>
                    </a:cubicBezTo>
                    <a:cubicBezTo>
                      <a:pt x="5707675" y="320294"/>
                      <a:pt x="5653252" y="312483"/>
                      <a:pt x="5583566" y="321995"/>
                    </a:cubicBezTo>
                    <a:cubicBezTo>
                      <a:pt x="5528347" y="329404"/>
                      <a:pt x="5477716" y="340486"/>
                      <a:pt x="5432030" y="362512"/>
                    </a:cubicBezTo>
                    <a:cubicBezTo>
                      <a:pt x="5378421" y="388318"/>
                      <a:pt x="5322767" y="418026"/>
                      <a:pt x="5241398" y="425781"/>
                    </a:cubicBezTo>
                    <a:cubicBezTo>
                      <a:pt x="5206262" y="429089"/>
                      <a:pt x="5176131" y="428273"/>
                      <a:pt x="5139710" y="421022"/>
                    </a:cubicBezTo>
                    <a:cubicBezTo>
                      <a:pt x="5069048" y="407018"/>
                      <a:pt x="4997864" y="396037"/>
                      <a:pt x="4929402" y="424310"/>
                    </a:cubicBezTo>
                    <a:cubicBezTo>
                      <a:pt x="4891785" y="439890"/>
                      <a:pt x="4841650" y="448519"/>
                      <a:pt x="4782793" y="441046"/>
                    </a:cubicBezTo>
                    <a:cubicBezTo>
                      <a:pt x="4709316" y="431663"/>
                      <a:pt x="4641426" y="442031"/>
                      <a:pt x="4577594" y="459290"/>
                    </a:cubicBezTo>
                    <a:cubicBezTo>
                      <a:pt x="4554816" y="465538"/>
                      <a:pt x="4527069" y="468279"/>
                      <a:pt x="4500826" y="470529"/>
                    </a:cubicBezTo>
                    <a:cubicBezTo>
                      <a:pt x="4440199" y="475746"/>
                      <a:pt x="4379252" y="479993"/>
                      <a:pt x="4317973" y="483649"/>
                    </a:cubicBezTo>
                    <a:cubicBezTo>
                      <a:pt x="4267762" y="486741"/>
                      <a:pt x="4217264" y="488292"/>
                      <a:pt x="4166722" y="490602"/>
                    </a:cubicBezTo>
                    <a:cubicBezTo>
                      <a:pt x="4111394" y="493045"/>
                      <a:pt x="4067073" y="503124"/>
                      <a:pt x="4042814" y="530660"/>
                    </a:cubicBezTo>
                    <a:cubicBezTo>
                      <a:pt x="4034996" y="539407"/>
                      <a:pt x="4017001" y="545715"/>
                      <a:pt x="4002653" y="552594"/>
                    </a:cubicBezTo>
                    <a:cubicBezTo>
                      <a:pt x="3992459" y="557592"/>
                      <a:pt x="3979023" y="561086"/>
                      <a:pt x="3969549" y="566312"/>
                    </a:cubicBezTo>
                    <a:cubicBezTo>
                      <a:pt x="3919896" y="593854"/>
                      <a:pt x="3870968" y="621622"/>
                      <a:pt x="3821685" y="649183"/>
                    </a:cubicBezTo>
                    <a:cubicBezTo>
                      <a:pt x="3816761" y="651788"/>
                      <a:pt x="3811445" y="654943"/>
                      <a:pt x="3805138" y="655947"/>
                    </a:cubicBezTo>
                    <a:cubicBezTo>
                      <a:pt x="3739817" y="666451"/>
                      <a:pt x="3673801" y="676154"/>
                      <a:pt x="3609177" y="687459"/>
                    </a:cubicBezTo>
                    <a:cubicBezTo>
                      <a:pt x="3584288" y="691878"/>
                      <a:pt x="3558597" y="697589"/>
                      <a:pt x="3539727" y="706521"/>
                    </a:cubicBezTo>
                    <a:cubicBezTo>
                      <a:pt x="3496714" y="726780"/>
                      <a:pt x="3457268" y="749132"/>
                      <a:pt x="3396572" y="755681"/>
                    </a:cubicBezTo>
                    <a:cubicBezTo>
                      <a:pt x="3378807" y="757611"/>
                      <a:pt x="3357809" y="758036"/>
                      <a:pt x="3341054" y="754679"/>
                    </a:cubicBezTo>
                    <a:cubicBezTo>
                      <a:pt x="3272962" y="740809"/>
                      <a:pt x="3206471" y="724541"/>
                      <a:pt x="3138775" y="710120"/>
                    </a:cubicBezTo>
                    <a:cubicBezTo>
                      <a:pt x="3095820" y="701191"/>
                      <a:pt x="3056969" y="691141"/>
                      <a:pt x="3037283" y="666453"/>
                    </a:cubicBezTo>
                    <a:cubicBezTo>
                      <a:pt x="3031764" y="659487"/>
                      <a:pt x="3015626" y="651391"/>
                      <a:pt x="3002117" y="649347"/>
                    </a:cubicBezTo>
                    <a:cubicBezTo>
                      <a:pt x="2915220" y="636209"/>
                      <a:pt x="2829194" y="627503"/>
                      <a:pt x="2747294" y="652400"/>
                    </a:cubicBezTo>
                    <a:cubicBezTo>
                      <a:pt x="2730084" y="657794"/>
                      <a:pt x="2698519" y="656140"/>
                      <a:pt x="2676273" y="652304"/>
                    </a:cubicBezTo>
                    <a:cubicBezTo>
                      <a:pt x="2590546" y="637890"/>
                      <a:pt x="2508883" y="630176"/>
                      <a:pt x="2432360" y="657836"/>
                    </a:cubicBezTo>
                    <a:cubicBezTo>
                      <a:pt x="2423352" y="661179"/>
                      <a:pt x="2395274" y="656272"/>
                      <a:pt x="2382311" y="650824"/>
                    </a:cubicBezTo>
                    <a:cubicBezTo>
                      <a:pt x="2257393" y="597728"/>
                      <a:pt x="2187724" y="592930"/>
                      <a:pt x="2055134" y="630053"/>
                    </a:cubicBezTo>
                    <a:cubicBezTo>
                      <a:pt x="2046542" y="632464"/>
                      <a:pt x="2035364" y="635121"/>
                      <a:pt x="2031829" y="639324"/>
                    </a:cubicBezTo>
                    <a:cubicBezTo>
                      <a:pt x="2007977" y="666120"/>
                      <a:pt x="1960229" y="664380"/>
                      <a:pt x="1912764" y="664183"/>
                    </a:cubicBezTo>
                    <a:cubicBezTo>
                      <a:pt x="1860521" y="663924"/>
                      <a:pt x="1808236" y="664426"/>
                      <a:pt x="1755637" y="663960"/>
                    </a:cubicBezTo>
                    <a:cubicBezTo>
                      <a:pt x="1746439" y="663859"/>
                      <a:pt x="1736243" y="661799"/>
                      <a:pt x="1727159" y="659605"/>
                    </a:cubicBezTo>
                    <a:cubicBezTo>
                      <a:pt x="1692256" y="651480"/>
                      <a:pt x="1658604" y="640559"/>
                      <a:pt x="1622470" y="634850"/>
                    </a:cubicBezTo>
                    <a:cubicBezTo>
                      <a:pt x="1544362" y="622552"/>
                      <a:pt x="1469248" y="602210"/>
                      <a:pt x="1385955" y="604522"/>
                    </a:cubicBezTo>
                    <a:cubicBezTo>
                      <a:pt x="1371585" y="604913"/>
                      <a:pt x="1355357" y="598530"/>
                      <a:pt x="1340055" y="595629"/>
                    </a:cubicBezTo>
                    <a:cubicBezTo>
                      <a:pt x="1312351" y="590552"/>
                      <a:pt x="1285460" y="583993"/>
                      <a:pt x="1257271" y="581180"/>
                    </a:cubicBezTo>
                    <a:cubicBezTo>
                      <a:pt x="1182583" y="573830"/>
                      <a:pt x="1107142" y="566824"/>
                      <a:pt x="1031914" y="562692"/>
                    </a:cubicBezTo>
                    <a:cubicBezTo>
                      <a:pt x="995593" y="560597"/>
                      <a:pt x="958880" y="565923"/>
                      <a:pt x="922031" y="566853"/>
                    </a:cubicBezTo>
                    <a:cubicBezTo>
                      <a:pt x="905446" y="567320"/>
                      <a:pt x="878533" y="568199"/>
                      <a:pt x="873250" y="563724"/>
                    </a:cubicBezTo>
                    <a:cubicBezTo>
                      <a:pt x="832343" y="529722"/>
                      <a:pt x="772202" y="532674"/>
                      <a:pt x="711627" y="529880"/>
                    </a:cubicBezTo>
                    <a:cubicBezTo>
                      <a:pt x="577999" y="523641"/>
                      <a:pt x="447408" y="543696"/>
                      <a:pt x="311112" y="525106"/>
                    </a:cubicBezTo>
                    <a:cubicBezTo>
                      <a:pt x="271645" y="519795"/>
                      <a:pt x="226936" y="530235"/>
                      <a:pt x="184145" y="532188"/>
                    </a:cubicBezTo>
                    <a:cubicBezTo>
                      <a:pt x="162015" y="533128"/>
                      <a:pt x="137665" y="534333"/>
                      <a:pt x="116886" y="530572"/>
                    </a:cubicBezTo>
                    <a:cubicBezTo>
                      <a:pt x="84810" y="524693"/>
                      <a:pt x="54011" y="515448"/>
                      <a:pt x="23941" y="506433"/>
                    </a:cubicBezTo>
                    <a:lnTo>
                      <a:pt x="0" y="502149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06163E6-B10E-BFF1-966B-777E379CC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4107" y="1829211"/>
            <a:ext cx="1630800" cy="163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9BF242-2CD2-3082-6574-D40E81F92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3763" y="-526481"/>
            <a:ext cx="1630800" cy="163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DEC7BB-9914-7A34-68FD-AFF37E2284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938" y="-4274066"/>
            <a:ext cx="5111776" cy="29903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19806E-2B1E-4F2F-DC6A-977F15804C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93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1BDA3635D0CE4294F1538A5593EE62" ma:contentTypeVersion="6" ma:contentTypeDescription="Crée un document." ma:contentTypeScope="" ma:versionID="34e682c8f20256f886cb0980ced830a2">
  <xsd:schema xmlns:xsd="http://www.w3.org/2001/XMLSchema" xmlns:xs="http://www.w3.org/2001/XMLSchema" xmlns:p="http://schemas.microsoft.com/office/2006/metadata/properties" xmlns:ns3="6c21063f-3251-4c20-8fa9-daec1aa44631" targetNamespace="http://schemas.microsoft.com/office/2006/metadata/properties" ma:root="true" ma:fieldsID="f139e03b79b1cefb97f740790e745a33" ns3:_="">
    <xsd:import namespace="6c21063f-3251-4c20-8fa9-daec1aa4463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1063f-3251-4c20-8fa9-daec1aa4463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c21063f-3251-4c20-8fa9-daec1aa4463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77059A-F906-459A-86BB-772F97044970}">
  <ds:schemaRefs>
    <ds:schemaRef ds:uri="6c21063f-3251-4c20-8fa9-daec1aa446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4D34022-5726-47CF-852E-366955CB4242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6c21063f-3251-4c20-8fa9-daec1aa44631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F3337A1-40FB-4F27-8CF4-31A5B39FE2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430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Salon des cartes </vt:lpstr>
      <vt:lpstr>Notre équipe: </vt:lpstr>
      <vt:lpstr>Thême de notre site </vt:lpstr>
      <vt:lpstr>Technologies utilisées et packages</vt:lpstr>
      <vt:lpstr>Grandes lignes </vt:lpstr>
      <vt:lpstr>Composition de notre site </vt:lpstr>
      <vt:lpstr>Composition de notre site </vt:lpstr>
      <vt:lpstr>Architecture</vt:lpstr>
      <vt:lpstr>Architecture</vt:lpstr>
      <vt:lpstr>Choix et décisions </vt:lpstr>
      <vt:lpstr>Choix et decissions</vt:lpstr>
      <vt:lpstr>Exigences principales</vt:lpstr>
      <vt:lpstr>Apprentissages marquants</vt:lpstr>
      <vt:lpstr>Merci de nous avoir écoutés</vt:lpstr>
      <vt:lpstr>Merci de nous avoir ecouter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Ly, Jordan</dc:creator>
  <cp:lastModifiedBy>Ly, Jordan</cp:lastModifiedBy>
  <cp:revision>2</cp:revision>
  <dcterms:created xsi:type="dcterms:W3CDTF">2026-05-15T14:00:17Z</dcterms:created>
  <dcterms:modified xsi:type="dcterms:W3CDTF">2026-05-21T01:44:24Z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0x010100DD1BDA3635D0CE4294F1538A5593EE62</vt:lpwstr>
  </property>
</Properties>
</file>